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62" r:id="rId5"/>
    <p:sldId id="263" r:id="rId6"/>
    <p:sldId id="259" r:id="rId7"/>
    <p:sldId id="260"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DBB3EC-9D3F-47D6-8F4F-9BCD1CCF715A}" v="33" dt="2025-07-15T04:53:19.8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nmathi shanmathi" userId="56eb5717e009d0a0" providerId="LiveId" clId="{14DBB3EC-9D3F-47D6-8F4F-9BCD1CCF715A}"/>
    <pc:docChg chg="undo custSel addSld modSld">
      <pc:chgData name="shanmathi shanmathi" userId="56eb5717e009d0a0" providerId="LiveId" clId="{14DBB3EC-9D3F-47D6-8F4F-9BCD1CCF715A}" dt="2025-07-15T04:53:31.066" v="296" actId="20577"/>
      <pc:docMkLst>
        <pc:docMk/>
      </pc:docMkLst>
      <pc:sldChg chg="modSp mod">
        <pc:chgData name="shanmathi shanmathi" userId="56eb5717e009d0a0" providerId="LiveId" clId="{14DBB3EC-9D3F-47D6-8F4F-9BCD1CCF715A}" dt="2025-07-15T04:45:46.563" v="15" actId="113"/>
        <pc:sldMkLst>
          <pc:docMk/>
          <pc:sldMk cId="1659877204" sldId="257"/>
        </pc:sldMkLst>
        <pc:spChg chg="mod">
          <ac:chgData name="shanmathi shanmathi" userId="56eb5717e009d0a0" providerId="LiveId" clId="{14DBB3EC-9D3F-47D6-8F4F-9BCD1CCF715A}" dt="2025-07-15T04:45:46.563" v="15" actId="113"/>
          <ac:spMkLst>
            <pc:docMk/>
            <pc:sldMk cId="1659877204" sldId="257"/>
            <ac:spMk id="2" creationId="{DD158288-F0F7-C94E-4B81-51346A5519E7}"/>
          </ac:spMkLst>
        </pc:spChg>
      </pc:sldChg>
      <pc:sldChg chg="addSp delSp modSp mod">
        <pc:chgData name="shanmathi shanmathi" userId="56eb5717e009d0a0" providerId="LiveId" clId="{14DBB3EC-9D3F-47D6-8F4F-9BCD1CCF715A}" dt="2025-07-15T04:53:31.066" v="296" actId="20577"/>
        <pc:sldMkLst>
          <pc:docMk/>
          <pc:sldMk cId="2736000860" sldId="261"/>
        </pc:sldMkLst>
        <pc:spChg chg="mod">
          <ac:chgData name="shanmathi shanmathi" userId="56eb5717e009d0a0" providerId="LiveId" clId="{14DBB3EC-9D3F-47D6-8F4F-9BCD1CCF715A}" dt="2025-07-15T04:53:31.066" v="296" actId="20577"/>
          <ac:spMkLst>
            <pc:docMk/>
            <pc:sldMk cId="2736000860" sldId="261"/>
            <ac:spMk id="2" creationId="{63C99C7D-C3E9-5048-76DF-210A22E34697}"/>
          </ac:spMkLst>
        </pc:spChg>
        <pc:spChg chg="add">
          <ac:chgData name="shanmathi shanmathi" userId="56eb5717e009d0a0" providerId="LiveId" clId="{14DBB3EC-9D3F-47D6-8F4F-9BCD1CCF715A}" dt="2025-07-15T04:49:57.206" v="44"/>
          <ac:spMkLst>
            <pc:docMk/>
            <pc:sldMk cId="2736000860" sldId="261"/>
            <ac:spMk id="3" creationId="{B84B12C4-72E6-7F9A-87C0-5255830584C3}"/>
          </ac:spMkLst>
        </pc:spChg>
        <pc:spChg chg="del mod">
          <ac:chgData name="shanmathi shanmathi" userId="56eb5717e009d0a0" providerId="LiveId" clId="{14DBB3EC-9D3F-47D6-8F4F-9BCD1CCF715A}" dt="2025-07-15T04:50:40.359" v="249" actId="478"/>
          <ac:spMkLst>
            <pc:docMk/>
            <pc:sldMk cId="2736000860" sldId="261"/>
            <ac:spMk id="4" creationId="{D0613D80-B4C3-FB5C-9C00-FAD190207173}"/>
          </ac:spMkLst>
        </pc:spChg>
        <pc:spChg chg="add">
          <ac:chgData name="shanmathi shanmathi" userId="56eb5717e009d0a0" providerId="LiveId" clId="{14DBB3EC-9D3F-47D6-8F4F-9BCD1CCF715A}" dt="2025-07-15T04:49:57.206" v="44"/>
          <ac:spMkLst>
            <pc:docMk/>
            <pc:sldMk cId="2736000860" sldId="261"/>
            <ac:spMk id="5" creationId="{685BF110-1DB1-7AA0-C527-9E6BD07853B5}"/>
          </ac:spMkLst>
        </pc:spChg>
        <pc:spChg chg="add">
          <ac:chgData name="shanmathi shanmathi" userId="56eb5717e009d0a0" providerId="LiveId" clId="{14DBB3EC-9D3F-47D6-8F4F-9BCD1CCF715A}" dt="2025-07-15T04:49:57.206" v="44"/>
          <ac:spMkLst>
            <pc:docMk/>
            <pc:sldMk cId="2736000860" sldId="261"/>
            <ac:spMk id="6" creationId="{67475349-1E19-C09B-3622-4861ABB6C988}"/>
          </ac:spMkLst>
        </pc:spChg>
        <pc:spChg chg="add">
          <ac:chgData name="shanmathi shanmathi" userId="56eb5717e009d0a0" providerId="LiveId" clId="{14DBB3EC-9D3F-47D6-8F4F-9BCD1CCF715A}" dt="2025-07-15T04:49:57.206" v="44"/>
          <ac:spMkLst>
            <pc:docMk/>
            <pc:sldMk cId="2736000860" sldId="261"/>
            <ac:spMk id="7" creationId="{079217DF-BF8A-B433-1C58-D642D92A4A45}"/>
          </ac:spMkLst>
        </pc:spChg>
        <pc:spChg chg="add">
          <ac:chgData name="shanmathi shanmathi" userId="56eb5717e009d0a0" providerId="LiveId" clId="{14DBB3EC-9D3F-47D6-8F4F-9BCD1CCF715A}" dt="2025-07-15T04:49:57.206" v="44"/>
          <ac:spMkLst>
            <pc:docMk/>
            <pc:sldMk cId="2736000860" sldId="261"/>
            <ac:spMk id="8" creationId="{0D21C8A0-C7B4-0E0C-C1DD-10C6C4CA0EE7}"/>
          </ac:spMkLst>
        </pc:spChg>
        <pc:spChg chg="add">
          <ac:chgData name="shanmathi shanmathi" userId="56eb5717e009d0a0" providerId="LiveId" clId="{14DBB3EC-9D3F-47D6-8F4F-9BCD1CCF715A}" dt="2025-07-15T04:49:57.206" v="44"/>
          <ac:spMkLst>
            <pc:docMk/>
            <pc:sldMk cId="2736000860" sldId="261"/>
            <ac:spMk id="9" creationId="{3D8726EA-44D0-F14C-659B-5A2843FB119C}"/>
          </ac:spMkLst>
        </pc:spChg>
        <pc:spChg chg="add">
          <ac:chgData name="shanmathi shanmathi" userId="56eb5717e009d0a0" providerId="LiveId" clId="{14DBB3EC-9D3F-47D6-8F4F-9BCD1CCF715A}" dt="2025-07-15T04:49:57.206" v="44"/>
          <ac:spMkLst>
            <pc:docMk/>
            <pc:sldMk cId="2736000860" sldId="261"/>
            <ac:spMk id="10" creationId="{111BBF7B-484E-35E2-79B0-427CB835F520}"/>
          </ac:spMkLst>
        </pc:spChg>
        <pc:spChg chg="add">
          <ac:chgData name="shanmathi shanmathi" userId="56eb5717e009d0a0" providerId="LiveId" clId="{14DBB3EC-9D3F-47D6-8F4F-9BCD1CCF715A}" dt="2025-07-15T04:49:57.206" v="44"/>
          <ac:spMkLst>
            <pc:docMk/>
            <pc:sldMk cId="2736000860" sldId="261"/>
            <ac:spMk id="11" creationId="{32AFC29C-5C3C-B2F0-E2C7-F3A982453ED5}"/>
          </ac:spMkLst>
        </pc:spChg>
        <pc:spChg chg="add">
          <ac:chgData name="shanmathi shanmathi" userId="56eb5717e009d0a0" providerId="LiveId" clId="{14DBB3EC-9D3F-47D6-8F4F-9BCD1CCF715A}" dt="2025-07-15T04:49:57.206" v="44"/>
          <ac:spMkLst>
            <pc:docMk/>
            <pc:sldMk cId="2736000860" sldId="261"/>
            <ac:spMk id="12" creationId="{6D40FCD2-1653-447C-C1C1-D42274CC3448}"/>
          </ac:spMkLst>
        </pc:spChg>
        <pc:spChg chg="add">
          <ac:chgData name="shanmathi shanmathi" userId="56eb5717e009d0a0" providerId="LiveId" clId="{14DBB3EC-9D3F-47D6-8F4F-9BCD1CCF715A}" dt="2025-07-15T04:50:32.980" v="248"/>
          <ac:spMkLst>
            <pc:docMk/>
            <pc:sldMk cId="2736000860" sldId="261"/>
            <ac:spMk id="13" creationId="{8299F94A-FCE3-9D22-28EA-5DBCB847C017}"/>
          </ac:spMkLst>
        </pc:spChg>
        <pc:spChg chg="add">
          <ac:chgData name="shanmathi shanmathi" userId="56eb5717e009d0a0" providerId="LiveId" clId="{14DBB3EC-9D3F-47D6-8F4F-9BCD1CCF715A}" dt="2025-07-15T04:50:32.980" v="248"/>
          <ac:spMkLst>
            <pc:docMk/>
            <pc:sldMk cId="2736000860" sldId="261"/>
            <ac:spMk id="14" creationId="{623AA746-0148-D39F-DEDA-6FCBD03C6E33}"/>
          </ac:spMkLst>
        </pc:spChg>
        <pc:spChg chg="add">
          <ac:chgData name="shanmathi shanmathi" userId="56eb5717e009d0a0" providerId="LiveId" clId="{14DBB3EC-9D3F-47D6-8F4F-9BCD1CCF715A}" dt="2025-07-15T04:50:32.980" v="248"/>
          <ac:spMkLst>
            <pc:docMk/>
            <pc:sldMk cId="2736000860" sldId="261"/>
            <ac:spMk id="15" creationId="{02CB4058-10C0-AA4F-81A9-B1F6BCA87E06}"/>
          </ac:spMkLst>
        </pc:spChg>
        <pc:spChg chg="add">
          <ac:chgData name="shanmathi shanmathi" userId="56eb5717e009d0a0" providerId="LiveId" clId="{14DBB3EC-9D3F-47D6-8F4F-9BCD1CCF715A}" dt="2025-07-15T04:50:32.980" v="248"/>
          <ac:spMkLst>
            <pc:docMk/>
            <pc:sldMk cId="2736000860" sldId="261"/>
            <ac:spMk id="16" creationId="{13F8458E-EF29-119F-3893-A5F20EA66812}"/>
          </ac:spMkLst>
        </pc:spChg>
        <pc:spChg chg="add">
          <ac:chgData name="shanmathi shanmathi" userId="56eb5717e009d0a0" providerId="LiveId" clId="{14DBB3EC-9D3F-47D6-8F4F-9BCD1CCF715A}" dt="2025-07-15T04:50:32.980" v="248"/>
          <ac:spMkLst>
            <pc:docMk/>
            <pc:sldMk cId="2736000860" sldId="261"/>
            <ac:spMk id="17" creationId="{ACB052B0-36FB-8B41-E363-2352837C288D}"/>
          </ac:spMkLst>
        </pc:spChg>
        <pc:spChg chg="add">
          <ac:chgData name="shanmathi shanmathi" userId="56eb5717e009d0a0" providerId="LiveId" clId="{14DBB3EC-9D3F-47D6-8F4F-9BCD1CCF715A}" dt="2025-07-15T04:50:32.980" v="248"/>
          <ac:spMkLst>
            <pc:docMk/>
            <pc:sldMk cId="2736000860" sldId="261"/>
            <ac:spMk id="18" creationId="{E53DE1CF-3AFC-8106-9E21-8F542C7CEA43}"/>
          </ac:spMkLst>
        </pc:spChg>
        <pc:spChg chg="add">
          <ac:chgData name="shanmathi shanmathi" userId="56eb5717e009d0a0" providerId="LiveId" clId="{14DBB3EC-9D3F-47D6-8F4F-9BCD1CCF715A}" dt="2025-07-15T04:50:32.980" v="248"/>
          <ac:spMkLst>
            <pc:docMk/>
            <pc:sldMk cId="2736000860" sldId="261"/>
            <ac:spMk id="19" creationId="{81184852-EE20-4F13-E349-E91DD3BD58CC}"/>
          </ac:spMkLst>
        </pc:spChg>
        <pc:spChg chg="add">
          <ac:chgData name="shanmathi shanmathi" userId="56eb5717e009d0a0" providerId="LiveId" clId="{14DBB3EC-9D3F-47D6-8F4F-9BCD1CCF715A}" dt="2025-07-15T04:50:32.980" v="248"/>
          <ac:spMkLst>
            <pc:docMk/>
            <pc:sldMk cId="2736000860" sldId="261"/>
            <ac:spMk id="20" creationId="{4AE111DB-0A93-41FB-7822-55D1E29F0A39}"/>
          </ac:spMkLst>
        </pc:spChg>
        <pc:spChg chg="add">
          <ac:chgData name="shanmathi shanmathi" userId="56eb5717e009d0a0" providerId="LiveId" clId="{14DBB3EC-9D3F-47D6-8F4F-9BCD1CCF715A}" dt="2025-07-15T04:50:32.980" v="248"/>
          <ac:spMkLst>
            <pc:docMk/>
            <pc:sldMk cId="2736000860" sldId="261"/>
            <ac:spMk id="21" creationId="{B6267F6F-92C9-E853-BB36-0C481E6DB31F}"/>
          </ac:spMkLst>
        </pc:spChg>
        <pc:spChg chg="add del mod">
          <ac:chgData name="shanmathi shanmathi" userId="56eb5717e009d0a0" providerId="LiveId" clId="{14DBB3EC-9D3F-47D6-8F4F-9BCD1CCF715A}" dt="2025-07-15T04:51:56.845" v="267" actId="478"/>
          <ac:spMkLst>
            <pc:docMk/>
            <pc:sldMk cId="2736000860" sldId="261"/>
            <ac:spMk id="22" creationId="{C30691CF-EF73-95DD-F5E6-9DE3EEFB4513}"/>
          </ac:spMkLst>
        </pc:spChg>
        <pc:spChg chg="add">
          <ac:chgData name="shanmathi shanmathi" userId="56eb5717e009d0a0" providerId="LiveId" clId="{14DBB3EC-9D3F-47D6-8F4F-9BCD1CCF715A}" dt="2025-07-15T04:50:45.758" v="251"/>
          <ac:spMkLst>
            <pc:docMk/>
            <pc:sldMk cId="2736000860" sldId="261"/>
            <ac:spMk id="23" creationId="{0264F573-2240-BA22-5A75-F9CE956C69B6}"/>
          </ac:spMkLst>
        </pc:spChg>
        <pc:spChg chg="add">
          <ac:chgData name="shanmathi shanmathi" userId="56eb5717e009d0a0" providerId="LiveId" clId="{14DBB3EC-9D3F-47D6-8F4F-9BCD1CCF715A}" dt="2025-07-15T04:50:45.758" v="251"/>
          <ac:spMkLst>
            <pc:docMk/>
            <pc:sldMk cId="2736000860" sldId="261"/>
            <ac:spMk id="24" creationId="{1F5DDCBF-1611-8DE1-1433-9DC338B1FCB6}"/>
          </ac:spMkLst>
        </pc:spChg>
        <pc:spChg chg="add">
          <ac:chgData name="shanmathi shanmathi" userId="56eb5717e009d0a0" providerId="LiveId" clId="{14DBB3EC-9D3F-47D6-8F4F-9BCD1CCF715A}" dt="2025-07-15T04:50:45.758" v="251"/>
          <ac:spMkLst>
            <pc:docMk/>
            <pc:sldMk cId="2736000860" sldId="261"/>
            <ac:spMk id="25" creationId="{061C9022-7859-8F4E-FFF9-10BC9B8E7AB4}"/>
          </ac:spMkLst>
        </pc:spChg>
        <pc:spChg chg="add">
          <ac:chgData name="shanmathi shanmathi" userId="56eb5717e009d0a0" providerId="LiveId" clId="{14DBB3EC-9D3F-47D6-8F4F-9BCD1CCF715A}" dt="2025-07-15T04:50:45.758" v="251"/>
          <ac:spMkLst>
            <pc:docMk/>
            <pc:sldMk cId="2736000860" sldId="261"/>
            <ac:spMk id="26" creationId="{03BD8939-F454-6DD4-2F1E-7343A5A1EB99}"/>
          </ac:spMkLst>
        </pc:spChg>
        <pc:spChg chg="add">
          <ac:chgData name="shanmathi shanmathi" userId="56eb5717e009d0a0" providerId="LiveId" clId="{14DBB3EC-9D3F-47D6-8F4F-9BCD1CCF715A}" dt="2025-07-15T04:50:45.758" v="251"/>
          <ac:spMkLst>
            <pc:docMk/>
            <pc:sldMk cId="2736000860" sldId="261"/>
            <ac:spMk id="27" creationId="{991C32FE-8644-65AF-1385-1236D90E87D6}"/>
          </ac:spMkLst>
        </pc:spChg>
        <pc:spChg chg="add">
          <ac:chgData name="shanmathi shanmathi" userId="56eb5717e009d0a0" providerId="LiveId" clId="{14DBB3EC-9D3F-47D6-8F4F-9BCD1CCF715A}" dt="2025-07-15T04:50:45.758" v="251"/>
          <ac:spMkLst>
            <pc:docMk/>
            <pc:sldMk cId="2736000860" sldId="261"/>
            <ac:spMk id="28" creationId="{154148BA-4E8F-3C77-FF39-825D0A8805DE}"/>
          </ac:spMkLst>
        </pc:spChg>
        <pc:spChg chg="add">
          <ac:chgData name="shanmathi shanmathi" userId="56eb5717e009d0a0" providerId="LiveId" clId="{14DBB3EC-9D3F-47D6-8F4F-9BCD1CCF715A}" dt="2025-07-15T04:50:45.758" v="251"/>
          <ac:spMkLst>
            <pc:docMk/>
            <pc:sldMk cId="2736000860" sldId="261"/>
            <ac:spMk id="29" creationId="{31785CC6-A3C8-9740-8378-9BC2F113F6AC}"/>
          </ac:spMkLst>
        </pc:spChg>
        <pc:spChg chg="add">
          <ac:chgData name="shanmathi shanmathi" userId="56eb5717e009d0a0" providerId="LiveId" clId="{14DBB3EC-9D3F-47D6-8F4F-9BCD1CCF715A}" dt="2025-07-15T04:50:45.758" v="251"/>
          <ac:spMkLst>
            <pc:docMk/>
            <pc:sldMk cId="2736000860" sldId="261"/>
            <ac:spMk id="30" creationId="{F1191BE1-7028-3FCA-F7A1-D8F6D5B04C68}"/>
          </ac:spMkLst>
        </pc:spChg>
        <pc:spChg chg="add">
          <ac:chgData name="shanmathi shanmathi" userId="56eb5717e009d0a0" providerId="LiveId" clId="{14DBB3EC-9D3F-47D6-8F4F-9BCD1CCF715A}" dt="2025-07-15T04:50:45.758" v="251"/>
          <ac:spMkLst>
            <pc:docMk/>
            <pc:sldMk cId="2736000860" sldId="261"/>
            <ac:spMk id="31" creationId="{2B268DF4-2422-E324-DB31-3CC8D0A4862E}"/>
          </ac:spMkLst>
        </pc:spChg>
        <pc:spChg chg="add mod">
          <ac:chgData name="shanmathi shanmathi" userId="56eb5717e009d0a0" providerId="LiveId" clId="{14DBB3EC-9D3F-47D6-8F4F-9BCD1CCF715A}" dt="2025-07-15T04:51:31.994" v="264" actId="1076"/>
          <ac:spMkLst>
            <pc:docMk/>
            <pc:sldMk cId="2736000860" sldId="261"/>
            <ac:spMk id="32" creationId="{B0256AEB-6BAE-0312-64F5-6538426FF796}"/>
          </ac:spMkLst>
        </pc:spChg>
        <pc:spChg chg="add mod">
          <ac:chgData name="shanmathi shanmathi" userId="56eb5717e009d0a0" providerId="LiveId" clId="{14DBB3EC-9D3F-47D6-8F4F-9BCD1CCF715A}" dt="2025-07-15T04:51:31.994" v="264" actId="1076"/>
          <ac:spMkLst>
            <pc:docMk/>
            <pc:sldMk cId="2736000860" sldId="261"/>
            <ac:spMk id="33" creationId="{486E1927-7161-9EC2-2F42-8BFBE3B8F932}"/>
          </ac:spMkLst>
        </pc:spChg>
        <pc:spChg chg="add mod">
          <ac:chgData name="shanmathi shanmathi" userId="56eb5717e009d0a0" providerId="LiveId" clId="{14DBB3EC-9D3F-47D6-8F4F-9BCD1CCF715A}" dt="2025-07-15T04:51:31.994" v="264" actId="1076"/>
          <ac:spMkLst>
            <pc:docMk/>
            <pc:sldMk cId="2736000860" sldId="261"/>
            <ac:spMk id="34" creationId="{78177294-21FB-56A3-BBC8-C946FABDB70B}"/>
          </ac:spMkLst>
        </pc:spChg>
        <pc:spChg chg="add mod">
          <ac:chgData name="shanmathi shanmathi" userId="56eb5717e009d0a0" providerId="LiveId" clId="{14DBB3EC-9D3F-47D6-8F4F-9BCD1CCF715A}" dt="2025-07-15T04:51:31.994" v="264" actId="1076"/>
          <ac:spMkLst>
            <pc:docMk/>
            <pc:sldMk cId="2736000860" sldId="261"/>
            <ac:spMk id="35" creationId="{D252A799-900F-D439-25D9-F5900E1C87A7}"/>
          </ac:spMkLst>
        </pc:spChg>
        <pc:spChg chg="add mod">
          <ac:chgData name="shanmathi shanmathi" userId="56eb5717e009d0a0" providerId="LiveId" clId="{14DBB3EC-9D3F-47D6-8F4F-9BCD1CCF715A}" dt="2025-07-15T04:51:31.994" v="264" actId="1076"/>
          <ac:spMkLst>
            <pc:docMk/>
            <pc:sldMk cId="2736000860" sldId="261"/>
            <ac:spMk id="36" creationId="{B16A799A-DE3F-EFC0-3078-F2AEA5FB6ED5}"/>
          </ac:spMkLst>
        </pc:spChg>
        <pc:spChg chg="add mod">
          <ac:chgData name="shanmathi shanmathi" userId="56eb5717e009d0a0" providerId="LiveId" clId="{14DBB3EC-9D3F-47D6-8F4F-9BCD1CCF715A}" dt="2025-07-15T04:51:31.994" v="264" actId="1076"/>
          <ac:spMkLst>
            <pc:docMk/>
            <pc:sldMk cId="2736000860" sldId="261"/>
            <ac:spMk id="37" creationId="{9207E88A-43C9-03B6-874C-4844B6117776}"/>
          </ac:spMkLst>
        </pc:spChg>
        <pc:spChg chg="add mod">
          <ac:chgData name="shanmathi shanmathi" userId="56eb5717e009d0a0" providerId="LiveId" clId="{14DBB3EC-9D3F-47D6-8F4F-9BCD1CCF715A}" dt="2025-07-15T04:51:31.994" v="264" actId="1076"/>
          <ac:spMkLst>
            <pc:docMk/>
            <pc:sldMk cId="2736000860" sldId="261"/>
            <ac:spMk id="38" creationId="{34BE5064-A706-64D7-A42F-04ED1E8CB4D9}"/>
          </ac:spMkLst>
        </pc:spChg>
        <pc:spChg chg="add mod">
          <ac:chgData name="shanmathi shanmathi" userId="56eb5717e009d0a0" providerId="LiveId" clId="{14DBB3EC-9D3F-47D6-8F4F-9BCD1CCF715A}" dt="2025-07-15T04:51:31.994" v="264" actId="1076"/>
          <ac:spMkLst>
            <pc:docMk/>
            <pc:sldMk cId="2736000860" sldId="261"/>
            <ac:spMk id="39" creationId="{5CD262BC-B80A-9A5B-F5F2-60F79CA7BE8A}"/>
          </ac:spMkLst>
        </pc:spChg>
        <pc:spChg chg="add mod">
          <ac:chgData name="shanmathi shanmathi" userId="56eb5717e009d0a0" providerId="LiveId" clId="{14DBB3EC-9D3F-47D6-8F4F-9BCD1CCF715A}" dt="2025-07-15T04:51:31.994" v="264" actId="1076"/>
          <ac:spMkLst>
            <pc:docMk/>
            <pc:sldMk cId="2736000860" sldId="261"/>
            <ac:spMk id="40" creationId="{7E2F8C8A-3871-941C-87E4-9FA22CB5DE78}"/>
          </ac:spMkLst>
        </pc:spChg>
        <pc:spChg chg="add mod">
          <ac:chgData name="shanmathi shanmathi" userId="56eb5717e009d0a0" providerId="LiveId" clId="{14DBB3EC-9D3F-47D6-8F4F-9BCD1CCF715A}" dt="2025-07-15T04:53:19.847" v="280"/>
          <ac:spMkLst>
            <pc:docMk/>
            <pc:sldMk cId="2736000860" sldId="261"/>
            <ac:spMk id="41" creationId="{9A7D6BA8-DCF5-C4C3-1D7C-4F194CF200E2}"/>
          </ac:spMkLst>
        </pc:spChg>
      </pc:sldChg>
      <pc:sldChg chg="modSp new mod">
        <pc:chgData name="shanmathi shanmathi" userId="56eb5717e009d0a0" providerId="LiveId" clId="{14DBB3EC-9D3F-47D6-8F4F-9BCD1CCF715A}" dt="2025-07-15T04:47:21.039" v="24" actId="2711"/>
        <pc:sldMkLst>
          <pc:docMk/>
          <pc:sldMk cId="1965247137" sldId="262"/>
        </pc:sldMkLst>
        <pc:spChg chg="mod">
          <ac:chgData name="shanmathi shanmathi" userId="56eb5717e009d0a0" providerId="LiveId" clId="{14DBB3EC-9D3F-47D6-8F4F-9BCD1CCF715A}" dt="2025-07-15T04:45:57.682" v="16" actId="2711"/>
          <ac:spMkLst>
            <pc:docMk/>
            <pc:sldMk cId="1965247137" sldId="262"/>
            <ac:spMk id="2" creationId="{DB89AE80-D43F-78BE-C4DE-261B5E7AC880}"/>
          </ac:spMkLst>
        </pc:spChg>
        <pc:spChg chg="mod">
          <ac:chgData name="shanmathi shanmathi" userId="56eb5717e009d0a0" providerId="LiveId" clId="{14DBB3EC-9D3F-47D6-8F4F-9BCD1CCF715A}" dt="2025-07-15T04:47:21.039" v="24" actId="2711"/>
          <ac:spMkLst>
            <pc:docMk/>
            <pc:sldMk cId="1965247137" sldId="262"/>
            <ac:spMk id="3" creationId="{039C046D-C9DF-6A54-17AF-5E292076292B}"/>
          </ac:spMkLst>
        </pc:spChg>
      </pc:sldChg>
      <pc:sldChg chg="modSp new mod">
        <pc:chgData name="shanmathi shanmathi" userId="56eb5717e009d0a0" providerId="LiveId" clId="{14DBB3EC-9D3F-47D6-8F4F-9BCD1CCF715A}" dt="2025-07-15T04:48:44.984" v="42" actId="2711"/>
        <pc:sldMkLst>
          <pc:docMk/>
          <pc:sldMk cId="468488908" sldId="263"/>
        </pc:sldMkLst>
        <pc:spChg chg="mod">
          <ac:chgData name="shanmathi shanmathi" userId="56eb5717e009d0a0" providerId="LiveId" clId="{14DBB3EC-9D3F-47D6-8F4F-9BCD1CCF715A}" dt="2025-07-15T04:48:35.568" v="41" actId="14100"/>
          <ac:spMkLst>
            <pc:docMk/>
            <pc:sldMk cId="468488908" sldId="263"/>
            <ac:spMk id="2" creationId="{95817E8E-0253-DD4E-7B13-6B76C9164DE2}"/>
          </ac:spMkLst>
        </pc:spChg>
        <pc:spChg chg="mod">
          <ac:chgData name="shanmathi shanmathi" userId="56eb5717e009d0a0" providerId="LiveId" clId="{14DBB3EC-9D3F-47D6-8F4F-9BCD1CCF715A}" dt="2025-07-15T04:48:44.984" v="42" actId="2711"/>
          <ac:spMkLst>
            <pc:docMk/>
            <pc:sldMk cId="468488908" sldId="263"/>
            <ac:spMk id="3" creationId="{DFB6D939-2683-E706-D085-6535D0BBD92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EF46A-DFFC-C2AC-FE0B-88CA44F8F9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6700B0D-445F-BE0E-8683-44988DA12E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32EDEF4-956D-C5A1-4A8B-1F2F077E4162}"/>
              </a:ext>
            </a:extLst>
          </p:cNvPr>
          <p:cNvSpPr>
            <a:spLocks noGrp="1"/>
          </p:cNvSpPr>
          <p:nvPr>
            <p:ph type="dt" sz="half" idx="10"/>
          </p:nvPr>
        </p:nvSpPr>
        <p:spPr/>
        <p:txBody>
          <a:bodyPr/>
          <a:lstStyle/>
          <a:p>
            <a:fld id="{EF9D2737-37EE-442D-B742-634232C2FC9F}" type="datetimeFigureOut">
              <a:rPr lang="en-IN" smtClean="0"/>
              <a:t>15-07-2025</a:t>
            </a:fld>
            <a:endParaRPr lang="en-IN"/>
          </a:p>
        </p:txBody>
      </p:sp>
      <p:sp>
        <p:nvSpPr>
          <p:cNvPr id="5" name="Footer Placeholder 4">
            <a:extLst>
              <a:ext uri="{FF2B5EF4-FFF2-40B4-BE49-F238E27FC236}">
                <a16:creationId xmlns:a16="http://schemas.microsoft.com/office/drawing/2014/main" id="{F91CEF15-5DFA-E0BB-5E3B-E269362E9E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48710F-9399-EAEC-2610-5C97BED29B7C}"/>
              </a:ext>
            </a:extLst>
          </p:cNvPr>
          <p:cNvSpPr>
            <a:spLocks noGrp="1"/>
          </p:cNvSpPr>
          <p:nvPr>
            <p:ph type="sldNum" sz="quarter" idx="12"/>
          </p:nvPr>
        </p:nvSpPr>
        <p:spPr/>
        <p:txBody>
          <a:bodyPr/>
          <a:lstStyle/>
          <a:p>
            <a:fld id="{DA479E30-95C7-4600-9C9B-9AF50B5A05B0}" type="slidenum">
              <a:rPr lang="en-IN" smtClean="0"/>
              <a:t>‹#›</a:t>
            </a:fld>
            <a:endParaRPr lang="en-IN"/>
          </a:p>
        </p:txBody>
      </p:sp>
    </p:spTree>
    <p:extLst>
      <p:ext uri="{BB962C8B-B14F-4D97-AF65-F5344CB8AC3E}">
        <p14:creationId xmlns:p14="http://schemas.microsoft.com/office/powerpoint/2010/main" val="700697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7EA7B-96D6-3B03-B9A0-3FD0CF377A7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FA5693-61A3-9B74-C26F-A4CE72E8E7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B84B50-5E05-E409-F1CC-3C9426760ED6}"/>
              </a:ext>
            </a:extLst>
          </p:cNvPr>
          <p:cNvSpPr>
            <a:spLocks noGrp="1"/>
          </p:cNvSpPr>
          <p:nvPr>
            <p:ph type="dt" sz="half" idx="10"/>
          </p:nvPr>
        </p:nvSpPr>
        <p:spPr/>
        <p:txBody>
          <a:bodyPr/>
          <a:lstStyle/>
          <a:p>
            <a:fld id="{EF9D2737-37EE-442D-B742-634232C2FC9F}" type="datetimeFigureOut">
              <a:rPr lang="en-IN" smtClean="0"/>
              <a:t>15-07-2025</a:t>
            </a:fld>
            <a:endParaRPr lang="en-IN"/>
          </a:p>
        </p:txBody>
      </p:sp>
      <p:sp>
        <p:nvSpPr>
          <p:cNvPr id="5" name="Footer Placeholder 4">
            <a:extLst>
              <a:ext uri="{FF2B5EF4-FFF2-40B4-BE49-F238E27FC236}">
                <a16:creationId xmlns:a16="http://schemas.microsoft.com/office/drawing/2014/main" id="{1038B660-A468-7C7C-0373-AC82B83AED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00948C-0626-3EA0-67A8-71F068431380}"/>
              </a:ext>
            </a:extLst>
          </p:cNvPr>
          <p:cNvSpPr>
            <a:spLocks noGrp="1"/>
          </p:cNvSpPr>
          <p:nvPr>
            <p:ph type="sldNum" sz="quarter" idx="12"/>
          </p:nvPr>
        </p:nvSpPr>
        <p:spPr/>
        <p:txBody>
          <a:bodyPr/>
          <a:lstStyle/>
          <a:p>
            <a:fld id="{DA479E30-95C7-4600-9C9B-9AF50B5A05B0}" type="slidenum">
              <a:rPr lang="en-IN" smtClean="0"/>
              <a:t>‹#›</a:t>
            </a:fld>
            <a:endParaRPr lang="en-IN"/>
          </a:p>
        </p:txBody>
      </p:sp>
    </p:spTree>
    <p:extLst>
      <p:ext uri="{BB962C8B-B14F-4D97-AF65-F5344CB8AC3E}">
        <p14:creationId xmlns:p14="http://schemas.microsoft.com/office/powerpoint/2010/main" val="2857080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78D4C-8628-35D5-1C07-1C14DD319E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F04C545-9271-7C8D-6D5B-2E742F044BA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4CD08A-74A3-E5D3-0A56-557A9202B897}"/>
              </a:ext>
            </a:extLst>
          </p:cNvPr>
          <p:cNvSpPr>
            <a:spLocks noGrp="1"/>
          </p:cNvSpPr>
          <p:nvPr>
            <p:ph type="dt" sz="half" idx="10"/>
          </p:nvPr>
        </p:nvSpPr>
        <p:spPr/>
        <p:txBody>
          <a:bodyPr/>
          <a:lstStyle/>
          <a:p>
            <a:fld id="{EF9D2737-37EE-442D-B742-634232C2FC9F}" type="datetimeFigureOut">
              <a:rPr lang="en-IN" smtClean="0"/>
              <a:t>15-07-2025</a:t>
            </a:fld>
            <a:endParaRPr lang="en-IN"/>
          </a:p>
        </p:txBody>
      </p:sp>
      <p:sp>
        <p:nvSpPr>
          <p:cNvPr id="5" name="Footer Placeholder 4">
            <a:extLst>
              <a:ext uri="{FF2B5EF4-FFF2-40B4-BE49-F238E27FC236}">
                <a16:creationId xmlns:a16="http://schemas.microsoft.com/office/drawing/2014/main" id="{45024B71-454E-38CE-B089-F347205C7F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C5A6BA-0961-735A-7CD1-2801531597CA}"/>
              </a:ext>
            </a:extLst>
          </p:cNvPr>
          <p:cNvSpPr>
            <a:spLocks noGrp="1"/>
          </p:cNvSpPr>
          <p:nvPr>
            <p:ph type="sldNum" sz="quarter" idx="12"/>
          </p:nvPr>
        </p:nvSpPr>
        <p:spPr/>
        <p:txBody>
          <a:bodyPr/>
          <a:lstStyle/>
          <a:p>
            <a:fld id="{DA479E30-95C7-4600-9C9B-9AF50B5A05B0}" type="slidenum">
              <a:rPr lang="en-IN" smtClean="0"/>
              <a:t>‹#›</a:t>
            </a:fld>
            <a:endParaRPr lang="en-IN"/>
          </a:p>
        </p:txBody>
      </p:sp>
    </p:spTree>
    <p:extLst>
      <p:ext uri="{BB962C8B-B14F-4D97-AF65-F5344CB8AC3E}">
        <p14:creationId xmlns:p14="http://schemas.microsoft.com/office/powerpoint/2010/main" val="3370899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A729C-3E4F-D48D-071A-8C771CF6CA2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E286AE-5736-997B-7C04-4B85B1CDA6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34A0CB2-0F0C-67F6-9139-7EB7BE54BA0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12C5A42-56A2-D301-DAA8-8147FD7B212E}"/>
              </a:ext>
            </a:extLst>
          </p:cNvPr>
          <p:cNvSpPr>
            <a:spLocks noGrp="1"/>
          </p:cNvSpPr>
          <p:nvPr>
            <p:ph type="dt" sz="half" idx="10"/>
          </p:nvPr>
        </p:nvSpPr>
        <p:spPr/>
        <p:txBody>
          <a:bodyPr/>
          <a:lstStyle/>
          <a:p>
            <a:fld id="{EF9D2737-37EE-442D-B742-634232C2FC9F}" type="datetimeFigureOut">
              <a:rPr lang="en-IN" smtClean="0"/>
              <a:t>15-07-2025</a:t>
            </a:fld>
            <a:endParaRPr lang="en-IN"/>
          </a:p>
        </p:txBody>
      </p:sp>
      <p:sp>
        <p:nvSpPr>
          <p:cNvPr id="6" name="Footer Placeholder 5">
            <a:extLst>
              <a:ext uri="{FF2B5EF4-FFF2-40B4-BE49-F238E27FC236}">
                <a16:creationId xmlns:a16="http://schemas.microsoft.com/office/drawing/2014/main" id="{99AEAD1C-7294-831D-5946-70FF506AC65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5DDBD11-FC69-9C53-F708-686B42CFF16D}"/>
              </a:ext>
            </a:extLst>
          </p:cNvPr>
          <p:cNvSpPr>
            <a:spLocks noGrp="1"/>
          </p:cNvSpPr>
          <p:nvPr>
            <p:ph type="sldNum" sz="quarter" idx="12"/>
          </p:nvPr>
        </p:nvSpPr>
        <p:spPr/>
        <p:txBody>
          <a:bodyPr/>
          <a:lstStyle/>
          <a:p>
            <a:fld id="{DA479E30-95C7-4600-9C9B-9AF50B5A05B0}" type="slidenum">
              <a:rPr lang="en-IN" smtClean="0"/>
              <a:t>‹#›</a:t>
            </a:fld>
            <a:endParaRPr lang="en-IN"/>
          </a:p>
        </p:txBody>
      </p:sp>
    </p:spTree>
    <p:extLst>
      <p:ext uri="{BB962C8B-B14F-4D97-AF65-F5344CB8AC3E}">
        <p14:creationId xmlns:p14="http://schemas.microsoft.com/office/powerpoint/2010/main" val="1237473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850CF-E054-BC01-D1B1-C5DAEA69EF8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7BCCF05-9C0B-C867-F73A-95B1F96B86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73BF5E-38EA-F3BD-F1E4-FBB0DF478C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AA02EC3-650C-CB95-690F-6DDB53D211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40A5D08-E6E2-7FAE-8A69-3169BA2D99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3DC69E8-28BB-0E64-469F-16EB11AC916A}"/>
              </a:ext>
            </a:extLst>
          </p:cNvPr>
          <p:cNvSpPr>
            <a:spLocks noGrp="1"/>
          </p:cNvSpPr>
          <p:nvPr>
            <p:ph type="dt" sz="half" idx="10"/>
          </p:nvPr>
        </p:nvSpPr>
        <p:spPr/>
        <p:txBody>
          <a:bodyPr/>
          <a:lstStyle/>
          <a:p>
            <a:fld id="{EF9D2737-37EE-442D-B742-634232C2FC9F}" type="datetimeFigureOut">
              <a:rPr lang="en-IN" smtClean="0"/>
              <a:t>15-07-2025</a:t>
            </a:fld>
            <a:endParaRPr lang="en-IN"/>
          </a:p>
        </p:txBody>
      </p:sp>
      <p:sp>
        <p:nvSpPr>
          <p:cNvPr id="8" name="Footer Placeholder 7">
            <a:extLst>
              <a:ext uri="{FF2B5EF4-FFF2-40B4-BE49-F238E27FC236}">
                <a16:creationId xmlns:a16="http://schemas.microsoft.com/office/drawing/2014/main" id="{E391033E-D831-4FD4-9EF4-5B698376761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4FD4CC5-B795-E79B-D94B-33DD666C71CC}"/>
              </a:ext>
            </a:extLst>
          </p:cNvPr>
          <p:cNvSpPr>
            <a:spLocks noGrp="1"/>
          </p:cNvSpPr>
          <p:nvPr>
            <p:ph type="sldNum" sz="quarter" idx="12"/>
          </p:nvPr>
        </p:nvSpPr>
        <p:spPr/>
        <p:txBody>
          <a:bodyPr/>
          <a:lstStyle/>
          <a:p>
            <a:fld id="{DA479E30-95C7-4600-9C9B-9AF50B5A05B0}" type="slidenum">
              <a:rPr lang="en-IN" smtClean="0"/>
              <a:t>‹#›</a:t>
            </a:fld>
            <a:endParaRPr lang="en-IN"/>
          </a:p>
        </p:txBody>
      </p:sp>
    </p:spTree>
    <p:extLst>
      <p:ext uri="{BB962C8B-B14F-4D97-AF65-F5344CB8AC3E}">
        <p14:creationId xmlns:p14="http://schemas.microsoft.com/office/powerpoint/2010/main" val="1616421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5B7CC-4759-44A4-82D6-3EAC13F4F32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C19667F-3A01-C46B-7ED5-6429BCB8271F}"/>
              </a:ext>
            </a:extLst>
          </p:cNvPr>
          <p:cNvSpPr>
            <a:spLocks noGrp="1"/>
          </p:cNvSpPr>
          <p:nvPr>
            <p:ph type="dt" sz="half" idx="10"/>
          </p:nvPr>
        </p:nvSpPr>
        <p:spPr/>
        <p:txBody>
          <a:bodyPr/>
          <a:lstStyle/>
          <a:p>
            <a:fld id="{EF9D2737-37EE-442D-B742-634232C2FC9F}" type="datetimeFigureOut">
              <a:rPr lang="en-IN" smtClean="0"/>
              <a:t>15-07-2025</a:t>
            </a:fld>
            <a:endParaRPr lang="en-IN"/>
          </a:p>
        </p:txBody>
      </p:sp>
      <p:sp>
        <p:nvSpPr>
          <p:cNvPr id="4" name="Footer Placeholder 3">
            <a:extLst>
              <a:ext uri="{FF2B5EF4-FFF2-40B4-BE49-F238E27FC236}">
                <a16:creationId xmlns:a16="http://schemas.microsoft.com/office/drawing/2014/main" id="{5CCC144A-D21F-F92B-DD90-F8728C8F0C0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39DAB30-6DA6-D767-BDF0-71CF44FB2F4E}"/>
              </a:ext>
            </a:extLst>
          </p:cNvPr>
          <p:cNvSpPr>
            <a:spLocks noGrp="1"/>
          </p:cNvSpPr>
          <p:nvPr>
            <p:ph type="sldNum" sz="quarter" idx="12"/>
          </p:nvPr>
        </p:nvSpPr>
        <p:spPr/>
        <p:txBody>
          <a:bodyPr/>
          <a:lstStyle/>
          <a:p>
            <a:fld id="{DA479E30-95C7-4600-9C9B-9AF50B5A05B0}" type="slidenum">
              <a:rPr lang="en-IN" smtClean="0"/>
              <a:t>‹#›</a:t>
            </a:fld>
            <a:endParaRPr lang="en-IN"/>
          </a:p>
        </p:txBody>
      </p:sp>
    </p:spTree>
    <p:extLst>
      <p:ext uri="{BB962C8B-B14F-4D97-AF65-F5344CB8AC3E}">
        <p14:creationId xmlns:p14="http://schemas.microsoft.com/office/powerpoint/2010/main" val="1715895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93288F-04CB-4844-4B77-DA2E96F2D661}"/>
              </a:ext>
            </a:extLst>
          </p:cNvPr>
          <p:cNvSpPr>
            <a:spLocks noGrp="1"/>
          </p:cNvSpPr>
          <p:nvPr>
            <p:ph type="dt" sz="half" idx="10"/>
          </p:nvPr>
        </p:nvSpPr>
        <p:spPr/>
        <p:txBody>
          <a:bodyPr/>
          <a:lstStyle/>
          <a:p>
            <a:fld id="{EF9D2737-37EE-442D-B742-634232C2FC9F}" type="datetimeFigureOut">
              <a:rPr lang="en-IN" smtClean="0"/>
              <a:t>15-07-2025</a:t>
            </a:fld>
            <a:endParaRPr lang="en-IN"/>
          </a:p>
        </p:txBody>
      </p:sp>
      <p:sp>
        <p:nvSpPr>
          <p:cNvPr id="3" name="Footer Placeholder 2">
            <a:extLst>
              <a:ext uri="{FF2B5EF4-FFF2-40B4-BE49-F238E27FC236}">
                <a16:creationId xmlns:a16="http://schemas.microsoft.com/office/drawing/2014/main" id="{F76830DD-259A-0E10-C4A1-AD095730C98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1CD2ECE-66B7-978F-112C-9212A30186AF}"/>
              </a:ext>
            </a:extLst>
          </p:cNvPr>
          <p:cNvSpPr>
            <a:spLocks noGrp="1"/>
          </p:cNvSpPr>
          <p:nvPr>
            <p:ph type="sldNum" sz="quarter" idx="12"/>
          </p:nvPr>
        </p:nvSpPr>
        <p:spPr/>
        <p:txBody>
          <a:bodyPr/>
          <a:lstStyle/>
          <a:p>
            <a:fld id="{DA479E30-95C7-4600-9C9B-9AF50B5A05B0}" type="slidenum">
              <a:rPr lang="en-IN" smtClean="0"/>
              <a:t>‹#›</a:t>
            </a:fld>
            <a:endParaRPr lang="en-IN"/>
          </a:p>
        </p:txBody>
      </p:sp>
    </p:spTree>
    <p:extLst>
      <p:ext uri="{BB962C8B-B14F-4D97-AF65-F5344CB8AC3E}">
        <p14:creationId xmlns:p14="http://schemas.microsoft.com/office/powerpoint/2010/main" val="2228833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7C2C4-FBD9-2A9D-F619-9B767F4E4D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BBFA22F-B326-9619-38A1-348544B8F8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9A82688-E62F-DC69-DB62-3341D643E7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D60BDE-C708-0129-2E78-CC7C47DE5F4B}"/>
              </a:ext>
            </a:extLst>
          </p:cNvPr>
          <p:cNvSpPr>
            <a:spLocks noGrp="1"/>
          </p:cNvSpPr>
          <p:nvPr>
            <p:ph type="dt" sz="half" idx="10"/>
          </p:nvPr>
        </p:nvSpPr>
        <p:spPr/>
        <p:txBody>
          <a:bodyPr/>
          <a:lstStyle/>
          <a:p>
            <a:fld id="{EF9D2737-37EE-442D-B742-634232C2FC9F}" type="datetimeFigureOut">
              <a:rPr lang="en-IN" smtClean="0"/>
              <a:t>15-07-2025</a:t>
            </a:fld>
            <a:endParaRPr lang="en-IN"/>
          </a:p>
        </p:txBody>
      </p:sp>
      <p:sp>
        <p:nvSpPr>
          <p:cNvPr id="6" name="Footer Placeholder 5">
            <a:extLst>
              <a:ext uri="{FF2B5EF4-FFF2-40B4-BE49-F238E27FC236}">
                <a16:creationId xmlns:a16="http://schemas.microsoft.com/office/drawing/2014/main" id="{A5F7A3B4-C146-5322-7EF0-E78B19779A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8440CB2-A43B-BDD8-01B3-D9FE17B67D29}"/>
              </a:ext>
            </a:extLst>
          </p:cNvPr>
          <p:cNvSpPr>
            <a:spLocks noGrp="1"/>
          </p:cNvSpPr>
          <p:nvPr>
            <p:ph type="sldNum" sz="quarter" idx="12"/>
          </p:nvPr>
        </p:nvSpPr>
        <p:spPr/>
        <p:txBody>
          <a:bodyPr/>
          <a:lstStyle/>
          <a:p>
            <a:fld id="{DA479E30-95C7-4600-9C9B-9AF50B5A05B0}" type="slidenum">
              <a:rPr lang="en-IN" smtClean="0"/>
              <a:t>‹#›</a:t>
            </a:fld>
            <a:endParaRPr lang="en-IN"/>
          </a:p>
        </p:txBody>
      </p:sp>
    </p:spTree>
    <p:extLst>
      <p:ext uri="{BB962C8B-B14F-4D97-AF65-F5344CB8AC3E}">
        <p14:creationId xmlns:p14="http://schemas.microsoft.com/office/powerpoint/2010/main" val="1451920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53522-E877-297E-7CB3-F3CF6EE420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CB7589C-74B3-DEC8-E69D-74A5D404AC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740693A-AE13-0A45-10B1-69AC8449B9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5505BD-0000-DD8D-7C5B-2021E7A74FCF}"/>
              </a:ext>
            </a:extLst>
          </p:cNvPr>
          <p:cNvSpPr>
            <a:spLocks noGrp="1"/>
          </p:cNvSpPr>
          <p:nvPr>
            <p:ph type="dt" sz="half" idx="10"/>
          </p:nvPr>
        </p:nvSpPr>
        <p:spPr/>
        <p:txBody>
          <a:bodyPr/>
          <a:lstStyle/>
          <a:p>
            <a:fld id="{EF9D2737-37EE-442D-B742-634232C2FC9F}" type="datetimeFigureOut">
              <a:rPr lang="en-IN" smtClean="0"/>
              <a:t>15-07-2025</a:t>
            </a:fld>
            <a:endParaRPr lang="en-IN"/>
          </a:p>
        </p:txBody>
      </p:sp>
      <p:sp>
        <p:nvSpPr>
          <p:cNvPr id="6" name="Footer Placeholder 5">
            <a:extLst>
              <a:ext uri="{FF2B5EF4-FFF2-40B4-BE49-F238E27FC236}">
                <a16:creationId xmlns:a16="http://schemas.microsoft.com/office/drawing/2014/main" id="{0EB681EE-8602-1CE8-9F66-AE4E1ECB8F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28C3A1-B9AB-413B-EBE3-77058C1BCD41}"/>
              </a:ext>
            </a:extLst>
          </p:cNvPr>
          <p:cNvSpPr>
            <a:spLocks noGrp="1"/>
          </p:cNvSpPr>
          <p:nvPr>
            <p:ph type="sldNum" sz="quarter" idx="12"/>
          </p:nvPr>
        </p:nvSpPr>
        <p:spPr/>
        <p:txBody>
          <a:bodyPr/>
          <a:lstStyle/>
          <a:p>
            <a:fld id="{DA479E30-95C7-4600-9C9B-9AF50B5A05B0}" type="slidenum">
              <a:rPr lang="en-IN" smtClean="0"/>
              <a:t>‹#›</a:t>
            </a:fld>
            <a:endParaRPr lang="en-IN"/>
          </a:p>
        </p:txBody>
      </p:sp>
    </p:spTree>
    <p:extLst>
      <p:ext uri="{BB962C8B-B14F-4D97-AF65-F5344CB8AC3E}">
        <p14:creationId xmlns:p14="http://schemas.microsoft.com/office/powerpoint/2010/main" val="14272618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CD933-2517-24F3-1FCC-E56B5E220F3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98B5AB7-9131-8A5F-3DAA-46D61F4CE6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812A90-70FB-67C2-F24C-D8D1A281DE7C}"/>
              </a:ext>
            </a:extLst>
          </p:cNvPr>
          <p:cNvSpPr>
            <a:spLocks noGrp="1"/>
          </p:cNvSpPr>
          <p:nvPr>
            <p:ph type="dt" sz="half" idx="10"/>
          </p:nvPr>
        </p:nvSpPr>
        <p:spPr/>
        <p:txBody>
          <a:bodyPr/>
          <a:lstStyle/>
          <a:p>
            <a:fld id="{EF9D2737-37EE-442D-B742-634232C2FC9F}" type="datetimeFigureOut">
              <a:rPr lang="en-IN" smtClean="0"/>
              <a:t>15-07-2025</a:t>
            </a:fld>
            <a:endParaRPr lang="en-IN"/>
          </a:p>
        </p:txBody>
      </p:sp>
      <p:sp>
        <p:nvSpPr>
          <p:cNvPr id="5" name="Footer Placeholder 4">
            <a:extLst>
              <a:ext uri="{FF2B5EF4-FFF2-40B4-BE49-F238E27FC236}">
                <a16:creationId xmlns:a16="http://schemas.microsoft.com/office/drawing/2014/main" id="{4940514F-E9DB-0164-0956-4F3742EF08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0C4BA5-6ADC-A90C-6197-B755F8C29AC3}"/>
              </a:ext>
            </a:extLst>
          </p:cNvPr>
          <p:cNvSpPr>
            <a:spLocks noGrp="1"/>
          </p:cNvSpPr>
          <p:nvPr>
            <p:ph type="sldNum" sz="quarter" idx="12"/>
          </p:nvPr>
        </p:nvSpPr>
        <p:spPr/>
        <p:txBody>
          <a:bodyPr/>
          <a:lstStyle/>
          <a:p>
            <a:fld id="{DA479E30-95C7-4600-9C9B-9AF50B5A05B0}" type="slidenum">
              <a:rPr lang="en-IN" smtClean="0"/>
              <a:t>‹#›</a:t>
            </a:fld>
            <a:endParaRPr lang="en-IN"/>
          </a:p>
        </p:txBody>
      </p:sp>
    </p:spTree>
    <p:extLst>
      <p:ext uri="{BB962C8B-B14F-4D97-AF65-F5344CB8AC3E}">
        <p14:creationId xmlns:p14="http://schemas.microsoft.com/office/powerpoint/2010/main" val="2778030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5A6CB2-EC9C-AE6D-9BF3-446D5F27D5B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66949BA-F576-D47B-B3F7-22498AE25F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4689B9-B2C4-AE3A-E5A6-34CB31E29911}"/>
              </a:ext>
            </a:extLst>
          </p:cNvPr>
          <p:cNvSpPr>
            <a:spLocks noGrp="1"/>
          </p:cNvSpPr>
          <p:nvPr>
            <p:ph type="dt" sz="half" idx="10"/>
          </p:nvPr>
        </p:nvSpPr>
        <p:spPr/>
        <p:txBody>
          <a:bodyPr/>
          <a:lstStyle/>
          <a:p>
            <a:fld id="{EF9D2737-37EE-442D-B742-634232C2FC9F}" type="datetimeFigureOut">
              <a:rPr lang="en-IN" smtClean="0"/>
              <a:t>15-07-2025</a:t>
            </a:fld>
            <a:endParaRPr lang="en-IN"/>
          </a:p>
        </p:txBody>
      </p:sp>
      <p:sp>
        <p:nvSpPr>
          <p:cNvPr id="5" name="Footer Placeholder 4">
            <a:extLst>
              <a:ext uri="{FF2B5EF4-FFF2-40B4-BE49-F238E27FC236}">
                <a16:creationId xmlns:a16="http://schemas.microsoft.com/office/drawing/2014/main" id="{8A441B07-4A86-48FD-2050-5098D4BABE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18FB88-78A4-BE82-E344-112D809E993B}"/>
              </a:ext>
            </a:extLst>
          </p:cNvPr>
          <p:cNvSpPr>
            <a:spLocks noGrp="1"/>
          </p:cNvSpPr>
          <p:nvPr>
            <p:ph type="sldNum" sz="quarter" idx="12"/>
          </p:nvPr>
        </p:nvSpPr>
        <p:spPr/>
        <p:txBody>
          <a:bodyPr/>
          <a:lstStyle/>
          <a:p>
            <a:fld id="{DA479E30-95C7-4600-9C9B-9AF50B5A05B0}" type="slidenum">
              <a:rPr lang="en-IN" smtClean="0"/>
              <a:t>‹#›</a:t>
            </a:fld>
            <a:endParaRPr lang="en-IN"/>
          </a:p>
        </p:txBody>
      </p:sp>
    </p:spTree>
    <p:extLst>
      <p:ext uri="{BB962C8B-B14F-4D97-AF65-F5344CB8AC3E}">
        <p14:creationId xmlns:p14="http://schemas.microsoft.com/office/powerpoint/2010/main" val="4257659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74E782-B5BB-E758-A3FA-78D5BF8ADD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6A1376-92F1-B939-9738-2D3030F3C8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CC7D27-91C8-D867-AA16-48338E53B8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9D2737-37EE-442D-B742-634232C2FC9F}" type="datetimeFigureOut">
              <a:rPr lang="en-IN" smtClean="0"/>
              <a:t>15-07-2025</a:t>
            </a:fld>
            <a:endParaRPr lang="en-IN"/>
          </a:p>
        </p:txBody>
      </p:sp>
      <p:sp>
        <p:nvSpPr>
          <p:cNvPr id="5" name="Footer Placeholder 4">
            <a:extLst>
              <a:ext uri="{FF2B5EF4-FFF2-40B4-BE49-F238E27FC236}">
                <a16:creationId xmlns:a16="http://schemas.microsoft.com/office/drawing/2014/main" id="{D5828B05-7E3C-660E-F64E-E5056A62C4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14AD780-5B77-1247-6BCD-89648C94C1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479E30-95C7-4600-9C9B-9AF50B5A05B0}" type="slidenum">
              <a:rPr lang="en-IN" smtClean="0"/>
              <a:t>‹#›</a:t>
            </a:fld>
            <a:endParaRPr lang="en-IN"/>
          </a:p>
        </p:txBody>
      </p:sp>
    </p:spTree>
    <p:extLst>
      <p:ext uri="{BB962C8B-B14F-4D97-AF65-F5344CB8AC3E}">
        <p14:creationId xmlns:p14="http://schemas.microsoft.com/office/powerpoint/2010/main" val="37002955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ieeexplore.ieee.org/document/8973844" TargetMode="External"/><Relationship Id="rId2" Type="http://schemas.openxmlformats.org/officeDocument/2006/relationships/hyperlink" Target="https://www.ncbi.nlm.nih.gov/pmc/articles/PMC9663617" TargetMode="External"/><Relationship Id="rId1" Type="http://schemas.openxmlformats.org/officeDocument/2006/relationships/slideLayout" Target="../slideLayouts/slideLayout2.xml"/><Relationship Id="rId6" Type="http://schemas.openxmlformats.org/officeDocument/2006/relationships/hyperlink" Target="https://journals.plos.org/plosone/article?id=10.1371/journal.pone.0246045" TargetMode="External"/><Relationship Id="rId5" Type="http://schemas.openxmlformats.org/officeDocument/2006/relationships/hyperlink" Target="https://ieeexplore.ieee.org/document/9197785" TargetMode="External"/><Relationship Id="rId4" Type="http://schemas.openxmlformats.org/officeDocument/2006/relationships/hyperlink" Target="https://www.researchgate.net/publication/34561071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1EBE1-A519-15B3-6DD9-F8ADEA08C31B}"/>
              </a:ext>
            </a:extLst>
          </p:cNvPr>
          <p:cNvSpPr>
            <a:spLocks noGrp="1"/>
          </p:cNvSpPr>
          <p:nvPr>
            <p:ph type="ctrTitle"/>
          </p:nvPr>
        </p:nvSpPr>
        <p:spPr>
          <a:xfrm>
            <a:off x="1524000" y="1855174"/>
            <a:ext cx="9144000" cy="769441"/>
          </a:xfrm>
        </p:spPr>
        <p:style>
          <a:lnRef idx="1">
            <a:schemeClr val="dk1"/>
          </a:lnRef>
          <a:fillRef idx="3">
            <a:schemeClr val="dk1"/>
          </a:fillRef>
          <a:effectRef idx="2">
            <a:schemeClr val="dk1"/>
          </a:effectRef>
          <a:fontRef idx="minor">
            <a:schemeClr val="lt1"/>
          </a:fontRef>
        </p:style>
        <p:txBody>
          <a:bodyPr>
            <a:normAutofit fontScale="90000"/>
          </a:bodyPr>
          <a:lstStyle/>
          <a:p>
            <a:r>
              <a:rPr lang="en-IN" dirty="0">
                <a:latin typeface="Times New Roman" panose="02020603050405020304" pitchFamily="18" charset="0"/>
                <a:cs typeface="Times New Roman" panose="02020603050405020304" pitchFamily="18" charset="0"/>
              </a:rPr>
              <a:t>Capstone – 212CSE4203</a:t>
            </a:r>
          </a:p>
        </p:txBody>
      </p:sp>
      <p:sp>
        <p:nvSpPr>
          <p:cNvPr id="6" name="TextBox 5">
            <a:extLst>
              <a:ext uri="{FF2B5EF4-FFF2-40B4-BE49-F238E27FC236}">
                <a16:creationId xmlns:a16="http://schemas.microsoft.com/office/drawing/2014/main" id="{B0DA2BBE-8B8A-1C7A-489A-2B22269F0760}"/>
              </a:ext>
            </a:extLst>
          </p:cNvPr>
          <p:cNvSpPr txBox="1"/>
          <p:nvPr/>
        </p:nvSpPr>
        <p:spPr>
          <a:xfrm>
            <a:off x="1229032" y="3044279"/>
            <a:ext cx="9301317" cy="769441"/>
          </a:xfrm>
          <a:prstGeom prst="rect">
            <a:avLst/>
          </a:prstGeom>
          <a:noFill/>
        </p:spPr>
        <p:txBody>
          <a:bodyPr wrap="square" rtlCol="0">
            <a:spAutoFit/>
          </a:bodyPr>
          <a:lstStyle/>
          <a:p>
            <a:pPr algn="ctr"/>
            <a:r>
              <a:rPr lang="en-IN" sz="4400" b="1" dirty="0">
                <a:latin typeface="Times New Roman" panose="02020603050405020304" pitchFamily="18" charset="0"/>
                <a:cs typeface="Times New Roman" panose="02020603050405020304" pitchFamily="18" charset="0"/>
              </a:rPr>
              <a:t>New Parent App</a:t>
            </a:r>
          </a:p>
        </p:txBody>
      </p:sp>
      <p:sp>
        <p:nvSpPr>
          <p:cNvPr id="7" name="TextBox 6">
            <a:extLst>
              <a:ext uri="{FF2B5EF4-FFF2-40B4-BE49-F238E27FC236}">
                <a16:creationId xmlns:a16="http://schemas.microsoft.com/office/drawing/2014/main" id="{480276AD-DDCF-86F5-DFFC-F3F4981F45BD}"/>
              </a:ext>
            </a:extLst>
          </p:cNvPr>
          <p:cNvSpPr txBox="1"/>
          <p:nvPr/>
        </p:nvSpPr>
        <p:spPr>
          <a:xfrm>
            <a:off x="8770375" y="5512094"/>
            <a:ext cx="2723535"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Guided By:</a:t>
            </a:r>
          </a:p>
          <a:p>
            <a:r>
              <a:rPr lang="en-IN" dirty="0">
                <a:latin typeface="Times New Roman" panose="02020603050405020304" pitchFamily="18" charset="0"/>
                <a:cs typeface="Times New Roman" panose="02020603050405020304" pitchFamily="18" charset="0"/>
              </a:rPr>
              <a:t>Mrs. P. </a:t>
            </a:r>
            <a:r>
              <a:rPr lang="en-IN" dirty="0" err="1">
                <a:latin typeface="Times New Roman" panose="02020603050405020304" pitchFamily="18" charset="0"/>
                <a:cs typeface="Times New Roman" panose="02020603050405020304" pitchFamily="18" charset="0"/>
              </a:rPr>
              <a:t>Kardeepa</a:t>
            </a:r>
            <a:endParaRPr lang="en-IN" dirty="0">
              <a:latin typeface="Times New Roman" panose="02020603050405020304" pitchFamily="18" charset="0"/>
              <a:cs typeface="Times New Roman" panose="02020603050405020304" pitchFamily="18" charset="0"/>
            </a:endParaRPr>
          </a:p>
        </p:txBody>
      </p:sp>
      <p:pic>
        <p:nvPicPr>
          <p:cNvPr id="2050" name="Picture 2" descr="Kalasalingam Academy of Research and Education (KARE)- Walk-in Interview |  FacultyPlus">
            <a:extLst>
              <a:ext uri="{FF2B5EF4-FFF2-40B4-BE49-F238E27FC236}">
                <a16:creationId xmlns:a16="http://schemas.microsoft.com/office/drawing/2014/main" id="{B628EAAC-BFB8-2858-5530-EF61F62BAE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0" cy="1435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85545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598D14CB-3B61-4514-DDB8-8C4444B390C2}"/>
              </a:ext>
            </a:extLst>
          </p:cNvPr>
          <p:cNvGraphicFramePr>
            <a:graphicFrameLocks noGrp="1"/>
          </p:cNvGraphicFramePr>
          <p:nvPr>
            <p:extLst>
              <p:ext uri="{D42A27DB-BD31-4B8C-83A1-F6EECF244321}">
                <p14:modId xmlns:p14="http://schemas.microsoft.com/office/powerpoint/2010/main" val="958185352"/>
              </p:ext>
            </p:extLst>
          </p:nvPr>
        </p:nvGraphicFramePr>
        <p:xfrm>
          <a:off x="2031999" y="1455174"/>
          <a:ext cx="7062839" cy="4503175"/>
        </p:xfrm>
        <a:graphic>
          <a:graphicData uri="http://schemas.openxmlformats.org/drawingml/2006/table">
            <a:tbl>
              <a:tblPr firstRow="1" bandRow="1">
                <a:tableStyleId>{BC89EF96-8CEA-46FF-86C4-4CE0E7609802}</a:tableStyleId>
              </a:tblPr>
              <a:tblGrid>
                <a:gridCol w="2354280">
                  <a:extLst>
                    <a:ext uri="{9D8B030D-6E8A-4147-A177-3AD203B41FA5}">
                      <a16:colId xmlns:a16="http://schemas.microsoft.com/office/drawing/2014/main" val="2394405543"/>
                    </a:ext>
                  </a:extLst>
                </a:gridCol>
                <a:gridCol w="2536546">
                  <a:extLst>
                    <a:ext uri="{9D8B030D-6E8A-4147-A177-3AD203B41FA5}">
                      <a16:colId xmlns:a16="http://schemas.microsoft.com/office/drawing/2014/main" val="291012349"/>
                    </a:ext>
                  </a:extLst>
                </a:gridCol>
                <a:gridCol w="2172013">
                  <a:extLst>
                    <a:ext uri="{9D8B030D-6E8A-4147-A177-3AD203B41FA5}">
                      <a16:colId xmlns:a16="http://schemas.microsoft.com/office/drawing/2014/main" val="3214112909"/>
                    </a:ext>
                  </a:extLst>
                </a:gridCol>
              </a:tblGrid>
              <a:tr h="900635">
                <a:tc>
                  <a:txBody>
                    <a:bodyPr/>
                    <a:lstStyle/>
                    <a:p>
                      <a:r>
                        <a:rPr lang="en-US" dirty="0">
                          <a:latin typeface="Times New Roman" panose="02020603050405020304" pitchFamily="18" charset="0"/>
                          <a:cs typeface="Times New Roman" panose="02020603050405020304" pitchFamily="18" charset="0"/>
                        </a:rPr>
                        <a:t>SI.No.</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Student Name</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Register Number</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6986912"/>
                  </a:ext>
                </a:extLst>
              </a:tr>
              <a:tr h="900635">
                <a:tc>
                  <a:txBody>
                    <a:bodyPr/>
                    <a:lstStyle/>
                    <a:p>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Suresh Bharathi B</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9922004180</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10327809"/>
                  </a:ext>
                </a:extLst>
              </a:tr>
              <a:tr h="900635">
                <a:tc>
                  <a:txBody>
                    <a:bodyPr/>
                    <a:lstStyle/>
                    <a:p>
                      <a:r>
                        <a:rPr lang="en-US" dirty="0">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Shaik Nadeem </a:t>
                      </a:r>
                      <a:r>
                        <a:rPr lang="en-US" dirty="0" err="1">
                          <a:latin typeface="Times New Roman" panose="02020603050405020304" pitchFamily="18" charset="0"/>
                          <a:cs typeface="Times New Roman" panose="02020603050405020304" pitchFamily="18" charset="0"/>
                        </a:rPr>
                        <a:t>ur</a:t>
                      </a:r>
                      <a:r>
                        <a:rPr lang="en-US" dirty="0">
                          <a:latin typeface="Times New Roman" panose="02020603050405020304" pitchFamily="18" charset="0"/>
                          <a:cs typeface="Times New Roman" panose="02020603050405020304" pitchFamily="18" charset="0"/>
                        </a:rPr>
                        <a:t> Rahiman</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99220041572</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38885328"/>
                  </a:ext>
                </a:extLst>
              </a:tr>
              <a:tr h="900635">
                <a:tc>
                  <a:txBody>
                    <a:bodyPr/>
                    <a:lstStyle/>
                    <a:p>
                      <a:r>
                        <a:rPr lang="en-US" dirty="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Shaik Shahid</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99220041573</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24095605"/>
                  </a:ext>
                </a:extLst>
              </a:tr>
              <a:tr h="900635">
                <a:tc>
                  <a:txBody>
                    <a:bodyPr/>
                    <a:lstStyle/>
                    <a:p>
                      <a:r>
                        <a:rPr lang="en-US" dirty="0">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Shanmathi P</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99220041575</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26684965"/>
                  </a:ext>
                </a:extLst>
              </a:tr>
            </a:tbl>
          </a:graphicData>
        </a:graphic>
      </p:graphicFrame>
      <p:sp>
        <p:nvSpPr>
          <p:cNvPr id="7" name="TextBox 6">
            <a:extLst>
              <a:ext uri="{FF2B5EF4-FFF2-40B4-BE49-F238E27FC236}">
                <a16:creationId xmlns:a16="http://schemas.microsoft.com/office/drawing/2014/main" id="{6AB178ED-780A-62D1-18EF-E40FEEAAF119}"/>
              </a:ext>
            </a:extLst>
          </p:cNvPr>
          <p:cNvSpPr txBox="1"/>
          <p:nvPr/>
        </p:nvSpPr>
        <p:spPr>
          <a:xfrm>
            <a:off x="2031999" y="899651"/>
            <a:ext cx="2713703"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Team Details</a:t>
            </a:r>
          </a:p>
        </p:txBody>
      </p:sp>
    </p:spTree>
    <p:extLst>
      <p:ext uri="{BB962C8B-B14F-4D97-AF65-F5344CB8AC3E}">
        <p14:creationId xmlns:p14="http://schemas.microsoft.com/office/powerpoint/2010/main" val="821217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58288-F0F7-C94E-4B81-51346A5519E7}"/>
              </a:ext>
            </a:extLst>
          </p:cNvPr>
          <p:cNvSpPr>
            <a:spLocks noGrp="1"/>
          </p:cNvSpPr>
          <p:nvPr>
            <p:ph type="title"/>
          </p:nvPr>
        </p:nvSpPr>
        <p:spPr>
          <a:xfrm>
            <a:off x="838200" y="365126"/>
            <a:ext cx="10515600" cy="755752"/>
          </a:xfrm>
        </p:spPr>
        <p:txBody>
          <a:bodyPr/>
          <a:lstStyle/>
          <a:p>
            <a:r>
              <a:rPr lang="en-IN"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9E9654FF-7D25-075A-9170-6CB581D87375}"/>
              </a:ext>
            </a:extLst>
          </p:cNvPr>
          <p:cNvSpPr>
            <a:spLocks noGrp="1"/>
          </p:cNvSpPr>
          <p:nvPr>
            <p:ph idx="1"/>
          </p:nvPr>
        </p:nvSpPr>
        <p:spPr>
          <a:xfrm>
            <a:off x="838200" y="1120878"/>
            <a:ext cx="10515600" cy="5056085"/>
          </a:xfrm>
        </p:spPr>
        <p:txBody>
          <a:bodyPr>
            <a:normAutofit/>
          </a:bodyPr>
          <a:lstStyle/>
          <a:p>
            <a:r>
              <a:rPr lang="en-US" sz="1800" dirty="0">
                <a:latin typeface="Times New Roman" panose="02020603050405020304" pitchFamily="18" charset="0"/>
                <a:cs typeface="Times New Roman" panose="02020603050405020304" pitchFamily="18" charset="0"/>
              </a:rPr>
              <a:t>New parents often struggle to monitor and understand their baby's growth and developmental milestones due to a lack of medical knowledge, inconsistent tracking methods, and overwhelming amounts of unstructured information. </a:t>
            </a:r>
          </a:p>
          <a:p>
            <a:r>
              <a:rPr lang="en-US" sz="1800" dirty="0">
                <a:latin typeface="Times New Roman" panose="02020603050405020304" pitchFamily="18" charset="0"/>
                <a:cs typeface="Times New Roman" panose="02020603050405020304" pitchFamily="18" charset="0"/>
              </a:rPr>
              <a:t>Traditional paper-based growth charts and manual note-keeping are prone to errors and are not always accessible during doctor visits or emergencies. Moreover, most existing baby tracking apps are either too complex, lack personalization, or do not provide actionable insights based on growth data.</a:t>
            </a:r>
          </a:p>
          <a:p>
            <a:r>
              <a:rPr lang="en-US" sz="1800" dirty="0">
                <a:latin typeface="Times New Roman" panose="02020603050405020304" pitchFamily="18" charset="0"/>
                <a:cs typeface="Times New Roman" panose="02020603050405020304" pitchFamily="18" charset="0"/>
              </a:rPr>
              <a:t>There is a need for a user-friendly, reliable, and personalized mobile application that helps new parents track and visualize their baby's physical growth (height, weight, head circumference) against WHO or CDC standards. </a:t>
            </a:r>
          </a:p>
          <a:p>
            <a:r>
              <a:rPr lang="en-US" sz="1800" dirty="0">
                <a:latin typeface="Times New Roman" panose="02020603050405020304" pitchFamily="18" charset="0"/>
                <a:cs typeface="Times New Roman" panose="02020603050405020304" pitchFamily="18" charset="0"/>
              </a:rPr>
              <a:t>The app should also provide milestone reminders, health insights, vaccination alerts, and data sharing with pediatricians, empowering parents with timely and accurate information to support healthy child development.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9877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9AE80-D43F-78BE-C4DE-261B5E7AC88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39C046D-C9DF-6A54-17AF-5E292076292B}"/>
              </a:ext>
            </a:extLst>
          </p:cNvPr>
          <p:cNvSpPr>
            <a:spLocks noGrp="1"/>
          </p:cNvSpPr>
          <p:nvPr>
            <p:ph idx="1"/>
          </p:nvPr>
        </p:nvSpPr>
        <p:spPr/>
        <p:txBody>
          <a:bodyPr>
            <a:normAutofit/>
          </a:bodyPr>
          <a:lstStyle/>
          <a:p>
            <a:r>
              <a:rPr lang="en-US" sz="1800" dirty="0">
                <a:latin typeface="Times New Roman" panose="02020603050405020304" pitchFamily="18" charset="0"/>
                <a:cs typeface="Times New Roman" panose="02020603050405020304" pitchFamily="18" charset="0"/>
              </a:rPr>
              <a:t>This project introduces a mobile application designed to help parents track their child's physical growth and development. </a:t>
            </a:r>
          </a:p>
          <a:p>
            <a:r>
              <a:rPr lang="en-US" sz="1800" dirty="0">
                <a:latin typeface="Times New Roman" panose="02020603050405020304" pitchFamily="18" charset="0"/>
                <a:cs typeface="Times New Roman" panose="02020603050405020304" pitchFamily="18" charset="0"/>
              </a:rPr>
              <a:t>By integrating WHO/CDC standards, the app enables real-time monitoring of height, weight, and head circumference, along with milestone tracking and vaccination reminders. </a:t>
            </a:r>
          </a:p>
          <a:p>
            <a:r>
              <a:rPr lang="en-US" sz="1800" dirty="0">
                <a:latin typeface="Times New Roman" panose="02020603050405020304" pitchFamily="18" charset="0"/>
                <a:cs typeface="Times New Roman" panose="02020603050405020304" pitchFamily="18" charset="0"/>
              </a:rPr>
              <a:t>It generates intuitive growth charts and flags any abnormal patterns to support early detection of health issues. </a:t>
            </a:r>
          </a:p>
          <a:p>
            <a:r>
              <a:rPr lang="en-US" sz="1800" dirty="0">
                <a:latin typeface="Times New Roman" panose="02020603050405020304" pitchFamily="18" charset="0"/>
                <a:cs typeface="Times New Roman" panose="02020603050405020304" pitchFamily="18" charset="0"/>
              </a:rPr>
              <a:t>The goal is to provide new parents with a reliable, user-friendly tool that promotes informed caregiving and timely medical intervention.</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52471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17E8E-0253-DD4E-7B13-6B76C9164DE2}"/>
              </a:ext>
            </a:extLst>
          </p:cNvPr>
          <p:cNvSpPr>
            <a:spLocks noGrp="1"/>
          </p:cNvSpPr>
          <p:nvPr>
            <p:ph type="title"/>
          </p:nvPr>
        </p:nvSpPr>
        <p:spPr>
          <a:xfrm>
            <a:off x="838200" y="365125"/>
            <a:ext cx="10515600" cy="1460500"/>
          </a:xfrm>
        </p:spPr>
        <p:txBody>
          <a:bodyPr/>
          <a:lstStyle/>
          <a:p>
            <a:r>
              <a:rPr lang="en-US" dirty="0">
                <a:latin typeface="Times New Roman" panose="02020603050405020304" pitchFamily="18" charset="0"/>
                <a:cs typeface="Times New Roman" panose="02020603050405020304" pitchFamily="18" charset="0"/>
              </a:rPr>
              <a:t>Objective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FB6D939-2683-E706-D085-6535D0BBD928}"/>
              </a:ext>
            </a:extLst>
          </p:cNvPr>
          <p:cNvSpPr>
            <a:spLocks noGrp="1"/>
          </p:cNvSpPr>
          <p:nvPr>
            <p:ph idx="1"/>
          </p:nvPr>
        </p:nvSpPr>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To develop a mobile application that enables parents to efficiently monitor and track their child’s physical growth and developmental milestones using WHO/CDC standards.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app aims to:</a:t>
            </a:r>
          </a:p>
          <a:p>
            <a:r>
              <a:rPr lang="en-US" sz="1800" dirty="0">
                <a:latin typeface="Times New Roman" panose="02020603050405020304" pitchFamily="18" charset="0"/>
                <a:cs typeface="Times New Roman" panose="02020603050405020304" pitchFamily="18" charset="0"/>
              </a:rPr>
              <a:t>Provide real-time growth chart visualization</a:t>
            </a:r>
          </a:p>
          <a:p>
            <a:r>
              <a:rPr lang="en-US" sz="1800" dirty="0">
                <a:latin typeface="Times New Roman" panose="02020603050405020304" pitchFamily="18" charset="0"/>
                <a:cs typeface="Times New Roman" panose="02020603050405020304" pitchFamily="18" charset="0"/>
              </a:rPr>
              <a:t>Alert parents about abnormal growth patterns</a:t>
            </a:r>
          </a:p>
          <a:p>
            <a:r>
              <a:rPr lang="en-US" sz="1800" dirty="0">
                <a:latin typeface="Times New Roman" panose="02020603050405020304" pitchFamily="18" charset="0"/>
                <a:cs typeface="Times New Roman" panose="02020603050405020304" pitchFamily="18" charset="0"/>
              </a:rPr>
              <a:t>Offer vaccination reminders and health tips</a:t>
            </a:r>
          </a:p>
          <a:p>
            <a:r>
              <a:rPr lang="en-US" sz="1800" dirty="0">
                <a:latin typeface="Times New Roman" panose="02020603050405020304" pitchFamily="18" charset="0"/>
                <a:cs typeface="Times New Roman" panose="02020603050405020304" pitchFamily="18" charset="0"/>
              </a:rPr>
              <a:t>Enhance early detection of developmental issues</a:t>
            </a:r>
          </a:p>
          <a:p>
            <a:r>
              <a:rPr lang="en-US" sz="1800" dirty="0">
                <a:latin typeface="Times New Roman" panose="02020603050405020304" pitchFamily="18" charset="0"/>
                <a:cs typeface="Times New Roman" panose="02020603050405020304" pitchFamily="18" charset="0"/>
              </a:rPr>
              <a:t>Support informed and timely pediatric care decisions</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8488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C3FA4-22C6-1E9A-4E17-DAC72F2B8DED}"/>
              </a:ext>
            </a:extLst>
          </p:cNvPr>
          <p:cNvSpPr>
            <a:spLocks noGrp="1"/>
          </p:cNvSpPr>
          <p:nvPr>
            <p:ph type="title"/>
          </p:nvPr>
        </p:nvSpPr>
        <p:spPr>
          <a:xfrm>
            <a:off x="838200" y="365125"/>
            <a:ext cx="10515600" cy="627933"/>
          </a:xfrm>
        </p:spPr>
        <p:txBody>
          <a:bodyPr>
            <a:normAutofit fontScale="90000"/>
          </a:bodyPr>
          <a:lstStyle/>
          <a:p>
            <a:r>
              <a:rPr lang="en-IN" sz="4900" dirty="0">
                <a:latin typeface="Times New Roman" panose="02020603050405020304" pitchFamily="18" charset="0"/>
                <a:cs typeface="Times New Roman" panose="02020603050405020304" pitchFamily="18" charset="0"/>
              </a:rPr>
              <a:t>Literature</a:t>
            </a:r>
            <a:r>
              <a:rPr lang="en-IN" dirty="0">
                <a:latin typeface="Times New Roman" panose="02020603050405020304" pitchFamily="18" charset="0"/>
                <a:cs typeface="Times New Roman" panose="02020603050405020304" pitchFamily="18" charset="0"/>
              </a:rPr>
              <a:t> Survey </a:t>
            </a:r>
          </a:p>
        </p:txBody>
      </p:sp>
      <p:graphicFrame>
        <p:nvGraphicFramePr>
          <p:cNvPr id="4" name="Table 3">
            <a:extLst>
              <a:ext uri="{FF2B5EF4-FFF2-40B4-BE49-F238E27FC236}">
                <a16:creationId xmlns:a16="http://schemas.microsoft.com/office/drawing/2014/main" id="{A10B1F23-4046-D0F6-F423-ED6FDCF9A806}"/>
              </a:ext>
            </a:extLst>
          </p:cNvPr>
          <p:cNvGraphicFramePr>
            <a:graphicFrameLocks noGrp="1"/>
          </p:cNvGraphicFramePr>
          <p:nvPr>
            <p:extLst>
              <p:ext uri="{D42A27DB-BD31-4B8C-83A1-F6EECF244321}">
                <p14:modId xmlns:p14="http://schemas.microsoft.com/office/powerpoint/2010/main" val="2434997055"/>
              </p:ext>
            </p:extLst>
          </p:nvPr>
        </p:nvGraphicFramePr>
        <p:xfrm>
          <a:off x="639097" y="1052494"/>
          <a:ext cx="10913805" cy="4753012"/>
        </p:xfrm>
        <a:graphic>
          <a:graphicData uri="http://schemas.openxmlformats.org/drawingml/2006/table">
            <a:tbl>
              <a:tblPr firstRow="1" bandRow="1">
                <a:tableStyleId>{BC89EF96-8CEA-46FF-86C4-4CE0E7609802}</a:tableStyleId>
              </a:tblPr>
              <a:tblGrid>
                <a:gridCol w="3637935">
                  <a:extLst>
                    <a:ext uri="{9D8B030D-6E8A-4147-A177-3AD203B41FA5}">
                      <a16:colId xmlns:a16="http://schemas.microsoft.com/office/drawing/2014/main" val="3145616877"/>
                    </a:ext>
                  </a:extLst>
                </a:gridCol>
                <a:gridCol w="3637935">
                  <a:extLst>
                    <a:ext uri="{9D8B030D-6E8A-4147-A177-3AD203B41FA5}">
                      <a16:colId xmlns:a16="http://schemas.microsoft.com/office/drawing/2014/main" val="1599270440"/>
                    </a:ext>
                  </a:extLst>
                </a:gridCol>
                <a:gridCol w="3637935">
                  <a:extLst>
                    <a:ext uri="{9D8B030D-6E8A-4147-A177-3AD203B41FA5}">
                      <a16:colId xmlns:a16="http://schemas.microsoft.com/office/drawing/2014/main" val="3005028434"/>
                    </a:ext>
                  </a:extLst>
                </a:gridCol>
              </a:tblGrid>
              <a:tr h="706012">
                <a:tc>
                  <a:txBody>
                    <a:bodyPr/>
                    <a:lstStyle/>
                    <a:p>
                      <a:r>
                        <a:rPr lang="en-US" sz="2000" dirty="0">
                          <a:latin typeface="Times New Roman" panose="02020603050405020304" pitchFamily="18" charset="0"/>
                          <a:cs typeface="Times New Roman" panose="02020603050405020304" pitchFamily="18" charset="0"/>
                        </a:rPr>
                        <a:t>PAPER NAME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a:latin typeface="Times New Roman" panose="02020603050405020304" pitchFamily="18" charset="0"/>
                          <a:cs typeface="Times New Roman" panose="02020603050405020304" pitchFamily="18" charset="0"/>
                        </a:rPr>
                        <a:t>TECHNOLOGY </a:t>
                      </a:r>
                      <a:r>
                        <a:rPr lang="en-US" sz="2000" dirty="0">
                          <a:latin typeface="Times New Roman" panose="02020603050405020304" pitchFamily="18" charset="0"/>
                          <a:cs typeface="Times New Roman" panose="02020603050405020304" pitchFamily="18" charset="0"/>
                        </a:rPr>
                        <a:t>USED</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PROBLEM STATEMENT</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61393663"/>
                  </a:ext>
                </a:extLst>
              </a:tr>
              <a:tr h="1349000">
                <a:tc>
                  <a:txBody>
                    <a:bodyPr/>
                    <a:lstStyle/>
                    <a:p>
                      <a:r>
                        <a:rPr lang="en-US" sz="1800" dirty="0">
                          <a:latin typeface="Times New Roman" panose="02020603050405020304" pitchFamily="18" charset="0"/>
                          <a:cs typeface="Times New Roman" panose="02020603050405020304" pitchFamily="18" charset="0"/>
                        </a:rPr>
                        <a:t>A Mobile-Based Child Growth Monitoring System Using WHO Standards</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Android SDK, SQLite, WHO Growth Chart API</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Develops a mobile app to monitor child growth based on WHO standards.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79456620"/>
                  </a:ext>
                </a:extLst>
              </a:tr>
              <a:tr h="1349000">
                <a:tc>
                  <a:txBody>
                    <a:bodyPr/>
                    <a:lstStyle/>
                    <a:p>
                      <a:r>
                        <a:rPr lang="en-US" sz="1800" dirty="0">
                          <a:latin typeface="Times New Roman" panose="02020603050405020304" pitchFamily="18" charset="0"/>
                          <a:cs typeface="Times New Roman" panose="02020603050405020304" pitchFamily="18" charset="0"/>
                        </a:rPr>
                        <a:t>Smart Baby Care System Using IoT and Mobile App</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IoT Sensors, Firebase, Android, Bluetooth</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Proposes a smart system with real-time data syncing from wearables to track growth.</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09835699"/>
                  </a:ext>
                </a:extLst>
              </a:tr>
              <a:tr h="1349000">
                <a:tc>
                  <a:txBody>
                    <a:bodyPr/>
                    <a:lstStyle/>
                    <a:p>
                      <a:r>
                        <a:rPr lang="en-US" sz="1800" dirty="0">
                          <a:latin typeface="Times New Roman" panose="02020603050405020304" pitchFamily="18" charset="0"/>
                          <a:cs typeface="Times New Roman" panose="02020603050405020304" pitchFamily="18" charset="0"/>
                        </a:rPr>
                        <a:t>Growth Monitoring and Promotion Through Mobile Apps in Low-Resource Settings</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latin typeface="Times New Roman" panose="02020603050405020304" pitchFamily="18" charset="0"/>
                          <a:cs typeface="Times New Roman" panose="02020603050405020304" pitchFamily="18" charset="0"/>
                        </a:rPr>
                        <a:t>Android, Data Analytics, SMS Integration</a:t>
                      </a:r>
                    </a:p>
                  </a:txBody>
                  <a:tcPr/>
                </a:tc>
                <a:tc>
                  <a:txBody>
                    <a:bodyPr/>
                    <a:lstStyle/>
                    <a:p>
                      <a:r>
                        <a:rPr lang="en-US" sz="1800" dirty="0">
                          <a:latin typeface="Times New Roman" panose="02020603050405020304" pitchFamily="18" charset="0"/>
                          <a:cs typeface="Times New Roman" panose="02020603050405020304" pitchFamily="18" charset="0"/>
                        </a:rPr>
                        <a:t>Addresses growth monitoring in rural areas with limited smartphone access.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37293836"/>
                  </a:ext>
                </a:extLst>
              </a:tr>
            </a:tbl>
          </a:graphicData>
        </a:graphic>
      </p:graphicFrame>
    </p:spTree>
    <p:extLst>
      <p:ext uri="{BB962C8B-B14F-4D97-AF65-F5344CB8AC3E}">
        <p14:creationId xmlns:p14="http://schemas.microsoft.com/office/powerpoint/2010/main" val="403685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5CA14429-0DCD-D9C6-C0D8-08CB12DA4C15}"/>
              </a:ext>
            </a:extLst>
          </p:cNvPr>
          <p:cNvGraphicFramePr>
            <a:graphicFrameLocks noGrp="1"/>
          </p:cNvGraphicFramePr>
          <p:nvPr>
            <p:extLst>
              <p:ext uri="{D42A27DB-BD31-4B8C-83A1-F6EECF244321}">
                <p14:modId xmlns:p14="http://schemas.microsoft.com/office/powerpoint/2010/main" val="2119539427"/>
              </p:ext>
            </p:extLst>
          </p:nvPr>
        </p:nvGraphicFramePr>
        <p:xfrm>
          <a:off x="639097" y="1052494"/>
          <a:ext cx="10913805" cy="3404012"/>
        </p:xfrm>
        <a:graphic>
          <a:graphicData uri="http://schemas.openxmlformats.org/drawingml/2006/table">
            <a:tbl>
              <a:tblPr firstRow="1" bandRow="1">
                <a:tableStyleId>{BC89EF96-8CEA-46FF-86C4-4CE0E7609802}</a:tableStyleId>
              </a:tblPr>
              <a:tblGrid>
                <a:gridCol w="3637935">
                  <a:extLst>
                    <a:ext uri="{9D8B030D-6E8A-4147-A177-3AD203B41FA5}">
                      <a16:colId xmlns:a16="http://schemas.microsoft.com/office/drawing/2014/main" val="3145616877"/>
                    </a:ext>
                  </a:extLst>
                </a:gridCol>
                <a:gridCol w="3637935">
                  <a:extLst>
                    <a:ext uri="{9D8B030D-6E8A-4147-A177-3AD203B41FA5}">
                      <a16:colId xmlns:a16="http://schemas.microsoft.com/office/drawing/2014/main" val="1599270440"/>
                    </a:ext>
                  </a:extLst>
                </a:gridCol>
                <a:gridCol w="3637935">
                  <a:extLst>
                    <a:ext uri="{9D8B030D-6E8A-4147-A177-3AD203B41FA5}">
                      <a16:colId xmlns:a16="http://schemas.microsoft.com/office/drawing/2014/main" val="3005028434"/>
                    </a:ext>
                  </a:extLst>
                </a:gridCol>
              </a:tblGrid>
              <a:tr h="706012">
                <a:tc>
                  <a:txBody>
                    <a:bodyPr/>
                    <a:lstStyle/>
                    <a:p>
                      <a:r>
                        <a:rPr lang="en-US" sz="2000" dirty="0">
                          <a:latin typeface="Times New Roman" panose="02020603050405020304" pitchFamily="18" charset="0"/>
                          <a:cs typeface="Times New Roman" panose="02020603050405020304" pitchFamily="18" charset="0"/>
                        </a:rPr>
                        <a:t>PAPER NAME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ALGORITHM/TECH USED</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PROBLEM STATEMENT</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61393663"/>
                  </a:ext>
                </a:extLst>
              </a:tr>
              <a:tr h="1349000">
                <a:tc>
                  <a:txBody>
                    <a:bodyPr/>
                    <a:lstStyle/>
                    <a:p>
                      <a:r>
                        <a:rPr lang="en-US" dirty="0">
                          <a:latin typeface="Times New Roman" panose="02020603050405020304" pitchFamily="18" charset="0"/>
                          <a:cs typeface="Times New Roman" panose="02020603050405020304" pitchFamily="18" charset="0"/>
                        </a:rPr>
                        <a:t>Personalized Child Health Monitoring Using Machine Learning</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Random Forest, KNN, Decision Trees</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Uses ML to predict abnormal growth patterns and alert parents.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79456620"/>
                  </a:ext>
                </a:extLst>
              </a:tr>
              <a:tr h="1349000">
                <a:tc>
                  <a:txBody>
                    <a:bodyPr/>
                    <a:lstStyle/>
                    <a:p>
                      <a:r>
                        <a:rPr lang="en-US" dirty="0">
                          <a:latin typeface="Times New Roman" panose="02020603050405020304" pitchFamily="18" charset="0"/>
                          <a:cs typeface="Times New Roman" panose="02020603050405020304" pitchFamily="18" charset="0"/>
                        </a:rPr>
                        <a:t>A Review of Mobile Apps for Tracking Infant Development</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Systematic Review, Usability Evaluation</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Reviews existing apps for usability, clinical accuracy, and completeness.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09835699"/>
                  </a:ext>
                </a:extLst>
              </a:tr>
            </a:tbl>
          </a:graphicData>
        </a:graphic>
      </p:graphicFrame>
    </p:spTree>
    <p:extLst>
      <p:ext uri="{BB962C8B-B14F-4D97-AF65-F5344CB8AC3E}">
        <p14:creationId xmlns:p14="http://schemas.microsoft.com/office/powerpoint/2010/main" val="3696357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99C7D-C3E9-5048-76DF-210A22E34697}"/>
              </a:ext>
            </a:extLst>
          </p:cNvPr>
          <p:cNvSpPr>
            <a:spLocks noGrp="1"/>
          </p:cNvSpPr>
          <p:nvPr>
            <p:ph type="title"/>
          </p:nvPr>
        </p:nvSpPr>
        <p:spPr>
          <a:xfrm>
            <a:off x="838200" y="365125"/>
            <a:ext cx="10515600" cy="539443"/>
          </a:xfrm>
        </p:spPr>
        <p:txBody>
          <a:bodyPr>
            <a:normAutofit fontScale="90000"/>
          </a:bodyPr>
          <a:lstStyle/>
          <a:p>
            <a:r>
              <a:rPr lang="en-US" dirty="0">
                <a:latin typeface="Times New Roman" panose="02020603050405020304" pitchFamily="18" charset="0"/>
                <a:cs typeface="Times New Roman" panose="02020603050405020304" pitchFamily="18" charset="0"/>
              </a:rPr>
              <a:t>R</a:t>
            </a:r>
            <a:r>
              <a:rPr lang="en-IN" dirty="0" err="1">
                <a:latin typeface="Times New Roman" panose="02020603050405020304" pitchFamily="18" charset="0"/>
                <a:cs typeface="Times New Roman" panose="02020603050405020304" pitchFamily="18" charset="0"/>
              </a:rPr>
              <a:t>eferences</a:t>
            </a:r>
            <a:endParaRPr lang="en-IN" dirty="0">
              <a:latin typeface="Times New Roman" panose="02020603050405020304" pitchFamily="18" charset="0"/>
              <a:cs typeface="Times New Roman" panose="02020603050405020304" pitchFamily="18" charset="0"/>
            </a:endParaRPr>
          </a:p>
        </p:txBody>
      </p:sp>
      <p:sp>
        <p:nvSpPr>
          <p:cNvPr id="41" name="TextBox 40">
            <a:extLst>
              <a:ext uri="{FF2B5EF4-FFF2-40B4-BE49-F238E27FC236}">
                <a16:creationId xmlns:a16="http://schemas.microsoft.com/office/drawing/2014/main" id="{9A7D6BA8-DCF5-C4C3-1D7C-4F194CF200E2}"/>
              </a:ext>
            </a:extLst>
          </p:cNvPr>
          <p:cNvSpPr txBox="1"/>
          <p:nvPr/>
        </p:nvSpPr>
        <p:spPr>
          <a:xfrm>
            <a:off x="838200" y="904568"/>
            <a:ext cx="10380406" cy="5909310"/>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 Mobile-Based Child Growth Monitoring System Using WHO Standards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 A. R. Mohamed, N. I. I. Ismail and N. A. Mohd Nasir, “A Mobile-Based Child Growth Monitoring System Using WHO Standards,” </a:t>
            </a:r>
            <a:r>
              <a:rPr lang="en-US" i="1" dirty="0">
                <a:latin typeface="Times New Roman" panose="02020603050405020304" pitchFamily="18" charset="0"/>
                <a:cs typeface="Times New Roman" panose="02020603050405020304" pitchFamily="18" charset="0"/>
              </a:rPr>
              <a:t>International Journal of Environmental Research and Public Health</a:t>
            </a:r>
            <a:r>
              <a:rPr lang="en-US" dirty="0">
                <a:latin typeface="Times New Roman" panose="02020603050405020304" pitchFamily="18" charset="0"/>
                <a:cs typeface="Times New Roman" panose="02020603050405020304" pitchFamily="18" charset="0"/>
              </a:rPr>
              <a:t>, vol. 19, no. 21, p. 14117, Nov. 2022. [Online]. Available: </a:t>
            </a:r>
            <a:r>
              <a:rPr lang="en-US" dirty="0">
                <a:latin typeface="Times New Roman" panose="02020603050405020304" pitchFamily="18" charset="0"/>
                <a:cs typeface="Times New Roman" panose="02020603050405020304" pitchFamily="18" charset="0"/>
                <a:hlinkClick r:id="rId2"/>
              </a:rPr>
              <a:t>https://www.ncbi.nlm.nih.gov/pmc/articles/PMC9663617</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Smart Baby Care System Using IoT and Mobile App</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R. Dubey, S. Dubey, and R. </a:t>
            </a:r>
            <a:r>
              <a:rPr lang="en-IN" dirty="0" err="1">
                <a:latin typeface="Times New Roman" panose="02020603050405020304" pitchFamily="18" charset="0"/>
                <a:cs typeface="Times New Roman" panose="02020603050405020304" pitchFamily="18" charset="0"/>
              </a:rPr>
              <a:t>Wairya</a:t>
            </a:r>
            <a:r>
              <a:rPr lang="en-IN" dirty="0">
                <a:latin typeface="Times New Roman" panose="02020603050405020304" pitchFamily="18" charset="0"/>
                <a:cs typeface="Times New Roman" panose="02020603050405020304" pitchFamily="18" charset="0"/>
              </a:rPr>
              <a:t>, “Smart baby care system using IoT and mobile app,” in </a:t>
            </a:r>
            <a:r>
              <a:rPr lang="en-IN" i="1" dirty="0">
                <a:latin typeface="Times New Roman" panose="02020603050405020304" pitchFamily="18" charset="0"/>
                <a:cs typeface="Times New Roman" panose="02020603050405020304" pitchFamily="18" charset="0"/>
              </a:rPr>
              <a:t>2020 5th International Conference on Communication and Electronics Systems (ICCES)</a:t>
            </a:r>
            <a:r>
              <a:rPr lang="en-IN" dirty="0">
                <a:latin typeface="Times New Roman" panose="02020603050405020304" pitchFamily="18" charset="0"/>
                <a:cs typeface="Times New Roman" panose="02020603050405020304" pitchFamily="18" charset="0"/>
              </a:rPr>
              <a:t>, IEEE, 2020, pp. 888–893. [Online]. Available: </a:t>
            </a:r>
            <a:r>
              <a:rPr lang="en-IN" dirty="0">
                <a:latin typeface="Times New Roman" panose="02020603050405020304" pitchFamily="18" charset="0"/>
                <a:cs typeface="Times New Roman" panose="02020603050405020304" pitchFamily="18" charset="0"/>
                <a:hlinkClick r:id="rId3"/>
              </a:rPr>
              <a:t>https://ieeexplore.ieee.org/document/8973844</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t>Growth Monitoring and Promotion Through Mobile Apps in Low-Resource Settings</a:t>
            </a:r>
            <a:br>
              <a:rPr lang="en-US" dirty="0"/>
            </a:br>
            <a:r>
              <a:rPr lang="en-US" dirty="0"/>
              <a:t>M. N. Hossain and R. Rahman, “Growth Monitoring and Promotion Through Mobile Apps in Low-Resource Settings,” </a:t>
            </a:r>
            <a:r>
              <a:rPr lang="en-US" i="1" dirty="0"/>
              <a:t>ResearchGate</a:t>
            </a:r>
            <a:r>
              <a:rPr lang="en-US" dirty="0"/>
              <a:t>, 2020. [Online]. Available: </a:t>
            </a:r>
            <a:r>
              <a:rPr lang="en-US" dirty="0">
                <a:hlinkClick r:id="rId4"/>
              </a:rPr>
              <a:t>https://www.researchgate.net/publication/345610712</a:t>
            </a:r>
            <a:endParaRPr lang="en-US" dirty="0"/>
          </a:p>
          <a:p>
            <a:pPr marL="285750" indent="-285750">
              <a:buFont typeface="Arial" panose="020B0604020202020204" pitchFamily="34" charset="0"/>
              <a:buChar char="•"/>
            </a:pPr>
            <a:r>
              <a:rPr lang="en-US" b="1" dirty="0"/>
              <a:t>Personalized Child Health Monitoring Using Machine Learning</a:t>
            </a:r>
            <a:br>
              <a:rPr lang="en-US" dirty="0"/>
            </a:br>
            <a:r>
              <a:rPr lang="en-US" dirty="0"/>
              <a:t>P. C. Sunny, R. George, S. George, and A. A. Aditya, “Personalized child health monitoring using machine learning,” in </a:t>
            </a:r>
            <a:r>
              <a:rPr lang="en-US" i="1" dirty="0"/>
              <a:t>2020 IEEE International Students' Conference on Electrical, Electronics and Computer Science (SCEECS)</a:t>
            </a:r>
            <a:r>
              <a:rPr lang="en-US" dirty="0"/>
              <a:t>, IEEE, 2020, pp. 1–5. [Online]. Available: </a:t>
            </a:r>
            <a:r>
              <a:rPr lang="en-US" dirty="0">
                <a:hlinkClick r:id="rId5"/>
              </a:rPr>
              <a:t>https://ieeexplore.ieee.org/document/9197785</a:t>
            </a:r>
            <a:endParaRPr lang="en-US" dirty="0"/>
          </a:p>
          <a:p>
            <a:pPr marL="285750" indent="-285750">
              <a:buFont typeface="Arial" panose="020B0604020202020204" pitchFamily="34" charset="0"/>
              <a:buChar char="•"/>
            </a:pPr>
            <a:r>
              <a:rPr lang="en-US" b="1" dirty="0"/>
              <a:t>A Review of Mobile Apps for Tracking Infant Development</a:t>
            </a:r>
            <a:br>
              <a:rPr lang="en-US" dirty="0"/>
            </a:br>
            <a:r>
              <a:rPr lang="en-US" dirty="0"/>
              <a:t>S. G. Dawson, A. L. Beauchamp, E. L. O’Hare, et al., “See How They Grow: Testing the feasibility of a mobile app to monitor infant development,” </a:t>
            </a:r>
            <a:r>
              <a:rPr lang="en-US" i="1" dirty="0"/>
              <a:t>PLOS ONE</a:t>
            </a:r>
            <a:r>
              <a:rPr lang="en-US" dirty="0"/>
              <a:t>, vol. 16, no. 2, p. e0246045, Feb. 2021. [Online]. Available: </a:t>
            </a:r>
            <a:r>
              <a:rPr lang="en-US" dirty="0">
                <a:hlinkClick r:id="rId6"/>
              </a:rPr>
              <a:t>https://journals.plos.org/plosone/article?id=10.1371/journal.pone.0246045</a:t>
            </a:r>
            <a:endParaRPr lang="en-US" dirty="0"/>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60008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901</Words>
  <Application>Microsoft Office PowerPoint</Application>
  <PresentationFormat>Widescreen</PresentationFormat>
  <Paragraphs>65</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Times New Roman</vt:lpstr>
      <vt:lpstr>Office Theme</vt:lpstr>
      <vt:lpstr>Capstone – 212CSE4203</vt:lpstr>
      <vt:lpstr>PowerPoint Presentation</vt:lpstr>
      <vt:lpstr>Problem Statement:</vt:lpstr>
      <vt:lpstr>Abstract</vt:lpstr>
      <vt:lpstr>Objective </vt:lpstr>
      <vt:lpstr>Literature Survey </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shanmathi shanmathi</dc:creator>
  <cp:lastModifiedBy>shanmathi shanmathi</cp:lastModifiedBy>
  <cp:revision>2</cp:revision>
  <dcterms:created xsi:type="dcterms:W3CDTF">2025-07-11T02:23:56Z</dcterms:created>
  <dcterms:modified xsi:type="dcterms:W3CDTF">2025-07-15T06:13:53Z</dcterms:modified>
</cp:coreProperties>
</file>